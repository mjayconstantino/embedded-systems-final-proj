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b7b7af59314d64" /><Relationship Type="http://schemas.openxmlformats.org/officeDocument/2006/relationships/extended-properties" Target="/docProps/app.xml" Id="R1d61c6862e7848a0" /><Relationship Type="http://schemas.openxmlformats.org/officeDocument/2006/relationships/officeDocument" Target="/ppt/presentation.xml" Id="R854ca9b5abe447f9" /></Relationships>
</file>

<file path=ppt/presentation.xml><?xml version="1.0" encoding="utf-8"?>
<p:presentation xmlns:p="http://schemas.openxmlformats.org/presentationml/2006/main">
  <p:sldMasterIdLst>
    <p:sldMasterId xmlns:r="http://schemas.openxmlformats.org/officeDocument/2006/relationships" id="2147483648" r:id="Rae3a15dfe2e24ff7"/>
  </p:sldMasterIdLst>
  <p:notesMasterIdLst>
    <p:notesMasterId xmlns:r="http://schemas.openxmlformats.org/officeDocument/2006/relationships" r:id="R7135b2f5c9a84deb"/>
  </p:notesMasterIdLst>
  <p:sldIdLst>
    <p:sldId xmlns:r="http://schemas.openxmlformats.org/officeDocument/2006/relationships" id="256" r:id="R8a5f0c8a964644ad"/>
    <p:sldId xmlns:r="http://schemas.openxmlformats.org/officeDocument/2006/relationships" id="257" r:id="Rd3e03d8e96b74d1f"/>
    <p:sldId xmlns:r="http://schemas.openxmlformats.org/officeDocument/2006/relationships" id="258" r:id="R6a1fc13db27b48d6"/>
    <p:sldId xmlns:r="http://schemas.openxmlformats.org/officeDocument/2006/relationships" id="259" r:id="R6d51d46f7c5444de"/>
    <p:sldId xmlns:r="http://schemas.openxmlformats.org/officeDocument/2006/relationships" id="260" r:id="R3f74950e697f4316"/>
    <p:sldId xmlns:r="http://schemas.openxmlformats.org/officeDocument/2006/relationships" id="261" r:id="Rbb844aa887a5494f"/>
    <p:sldId xmlns:r="http://schemas.openxmlformats.org/officeDocument/2006/relationships" id="262" r:id="Rc8407da45ab34c29"/>
    <p:sldId xmlns:r="http://schemas.openxmlformats.org/officeDocument/2006/relationships" id="263" r:id="R2b0934fd6a034cde"/>
    <p:sldId xmlns:r="http://schemas.openxmlformats.org/officeDocument/2006/relationships" id="264" r:id="Ra69d2df3c2404cc8"/>
    <p:sldId xmlns:r="http://schemas.openxmlformats.org/officeDocument/2006/relationships" id="265" r:id="R980496f3bc994105"/>
    <p:sldId xmlns:r="http://schemas.openxmlformats.org/officeDocument/2006/relationships" id="266" r:id="Ra41900a03cfa4a0f"/>
    <p:sldId xmlns:r="http://schemas.openxmlformats.org/officeDocument/2006/relationships" id="267" r:id="R8c5b350402964b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660ac13c1c45d2" /><Relationship Type="http://schemas.openxmlformats.org/officeDocument/2006/relationships/slideMaster" Target="/ppt/slideMasters/slideMaster1.xml" Id="Rae3a15dfe2e24ff7" /><Relationship Type="http://schemas.openxmlformats.org/officeDocument/2006/relationships/notesMaster" Target="/ppt/notesMasters/notesMaster1.xml" Id="R7135b2f5c9a84deb" /><Relationship Type="http://schemas.openxmlformats.org/officeDocument/2006/relationships/presProps" Target="/ppt/presProps.xml" Id="R93d6063ce177488f" /><Relationship Type="http://schemas.openxmlformats.org/officeDocument/2006/relationships/tableStyles" Target="/ppt/tableStyles.xml" Id="R2b728aefd63e4d98" /><Relationship Type="http://schemas.openxmlformats.org/officeDocument/2006/relationships/slide" Target="/ppt/slides/slide1.xml" Id="R8a5f0c8a964644ad" /><Relationship Type="http://schemas.openxmlformats.org/officeDocument/2006/relationships/slide" Target="/ppt/slides/slide2.xml" Id="Rd3e03d8e96b74d1f" /><Relationship Type="http://schemas.openxmlformats.org/officeDocument/2006/relationships/slide" Target="/ppt/slides/slide3.xml" Id="R6a1fc13db27b48d6" /><Relationship Type="http://schemas.openxmlformats.org/officeDocument/2006/relationships/slide" Target="/ppt/slides/slide4.xml" Id="R6d51d46f7c5444de" /><Relationship Type="http://schemas.openxmlformats.org/officeDocument/2006/relationships/slide" Target="/ppt/slides/slide5.xml" Id="R3f74950e697f4316" /><Relationship Type="http://schemas.openxmlformats.org/officeDocument/2006/relationships/slide" Target="/ppt/slides/slide6.xml" Id="Rbb844aa887a5494f" /><Relationship Type="http://schemas.openxmlformats.org/officeDocument/2006/relationships/slide" Target="/ppt/slides/slide7.xml" Id="Rc8407da45ab34c29" /><Relationship Type="http://schemas.openxmlformats.org/officeDocument/2006/relationships/slide" Target="/ppt/slides/slide8.xml" Id="R2b0934fd6a034cde" /><Relationship Type="http://schemas.openxmlformats.org/officeDocument/2006/relationships/slide" Target="/ppt/slides/slide9.xml" Id="Ra69d2df3c2404cc8" /><Relationship Type="http://schemas.openxmlformats.org/officeDocument/2006/relationships/slide" Target="/ppt/slides/slide10.xml" Id="R980496f3bc994105" /><Relationship Type="http://schemas.openxmlformats.org/officeDocument/2006/relationships/slide" Target="/ppt/slides/slide11.xml" Id="Ra41900a03cfa4a0f" /><Relationship Type="http://schemas.openxmlformats.org/officeDocument/2006/relationships/slide" Target="/ppt/slides/slide12.xml" Id="R8c5b350402964b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92ae4d9a1a4e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136a0c617d47ca" /><Relationship Type="http://schemas.openxmlformats.org/officeDocument/2006/relationships/notesMaster" Target="/ppt/notesMasters/notesMaster1.xml" Id="R36f9156c863043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c6e115a82647ef" /><Relationship Type="http://schemas.openxmlformats.org/officeDocument/2006/relationships/notesMaster" Target="/ppt/notesMasters/notesMaster1.xml" Id="R50dec46bc42d4c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e739946133406b" /><Relationship Type="http://schemas.openxmlformats.org/officeDocument/2006/relationships/notesMaster" Target="/ppt/notesMasters/notesMaster1.xml" Id="Rabf714ad90524a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33e34d53a64d96" /><Relationship Type="http://schemas.openxmlformats.org/officeDocument/2006/relationships/notesMaster" Target="/ppt/notesMasters/notesMaster1.xml" Id="Re57f12d0b2e24d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5fd3850e7d4bef" /><Relationship Type="http://schemas.openxmlformats.org/officeDocument/2006/relationships/notesMaster" Target="/ppt/notesMasters/notesMaster1.xml" Id="R1d0209f13df840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f45f600eb24049" /><Relationship Type="http://schemas.openxmlformats.org/officeDocument/2006/relationships/notesMaster" Target="/ppt/notesMasters/notesMaster1.xml" Id="Rad4049a961564f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a55f0dae9544b4" /><Relationship Type="http://schemas.openxmlformats.org/officeDocument/2006/relationships/notesMaster" Target="/ppt/notesMasters/notesMaster1.xml" Id="R6361185b17a947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6740d2c0b64678" /><Relationship Type="http://schemas.openxmlformats.org/officeDocument/2006/relationships/notesMaster" Target="/ppt/notesMasters/notesMaster1.xml" Id="R6de032a9cca94a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39153d3a204a93" /><Relationship Type="http://schemas.openxmlformats.org/officeDocument/2006/relationships/notesMaster" Target="/ppt/notesMasters/notesMaster1.xml" Id="R41a4d852d37d40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1444e2bc6849a4" /><Relationship Type="http://schemas.openxmlformats.org/officeDocument/2006/relationships/notesMaster" Target="/ppt/notesMasters/notesMaster1.xml" Id="R7654db38d92a4c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b3f56baa614852" /><Relationship Type="http://schemas.openxmlformats.org/officeDocument/2006/relationships/notesMaster" Target="/ppt/notesMasters/notesMaster1.xml" Id="R36f2bbe0c43442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1ffa94e1ea4516" /><Relationship Type="http://schemas.openxmlformats.org/officeDocument/2006/relationships/notesMaster" Target="/ppt/notesMasters/notesMaster1.xml" Id="R2120e52c75a848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checking your plant station from your phone, seeing the soil and reservoir readings, and running a short watering cycle without leaving the screen. That is Verdant: a soil-based irrigation and monitoring prototype built around Arduino UNO R4 WiFi. The irrigation pump delivers water to soil while the reservoir reading provides a low-water lockout. Its main promise is visibility and convenient control, with automatic operation running on the board. Today we are presenting a local demonstration, not a commercially validated growing system.</a:t>
            </a:r>
          </a:p>
          <a:p xmlns:a="http://schemas.openxmlformats.org/drawingml/2006/main">
            <a:r>
              <a:t/>
            </a:r>
          </a:p>
          <a:p xmlns:a="http://schemas.openxmlformats.org/drawingml/2006/main">
            <a:r>
              <a:t>Product source: README.md; firmware/SmartPlant/SmartPlant.ino; firmware/SmartPlant/LocalControl.h; server/bridge.ts. Repository: https://github.com/MJayConstantino/embedded-systems-final-proj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starting use case is a person looking after a small irrigation station for potted plants. Looking at the leaves does not show every condition the project measures. The owner still needs to check the soil and reservoir and decide when to water and whether enough water remains in the reservoir. When those checks happen separately, the owner has no single view of conditions or controls. These are design scenarios, not findings from customer interviews. We have not measured how often they occur.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Verdant brings soil moisture, reservoir level, temperature and air humidity into one dashboard. The irrigation pump is the main actuator, with an optional fan for ventilation. Temperature and humidity provide supporting context. Humidity does not trigger irrigation. This screen is the actual application connected to its labeled software simulator, so the displayed numbers demonstrate the interface rather than physical sensor results. Soil and reservoir percentages use the original firmware constants and remain estimates.</a:t>
            </a:r>
          </a:p>
          <a:p xmlns:a="http://schemas.openxmlformats.org/drawingml/2006/main">
            <a:r>
              <a:t/>
            </a:r>
          </a:p>
          <a:p xmlns:a="http://schemas.openxmlformats.org/drawingml/2006/main">
            <a:r>
              <a:t>Visual: desktop-preview.png, updated irrigation screenshot dated October 26, 2026. Simulator values, no physical hardware connected.</a:t>
            </a:r>
          </a:p>
          <a:p xmlns:a="http://schemas.openxmlformats.org/drawingml/2006/main">
            <a:r>
              <a:t/>
            </a:r>
          </a:p>
          <a:p xmlns:a="http://schemas.openxmlformats.org/drawingml/2006/main">
            <a:r>
              <a:t>Product source: README.md; firmware/SmartPlant/SmartPlant.ino; firmware/SmartPlant/LocalControl.h; server/bridge.ts. Repository: https://github.com/MJayConstantino/embedded-systems-final-proj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opens the dashboard in a mobile browser and checks soil moisture and reservoir level first. Automatic mode follows the board rules. To run manual watering, select the irrigation pump and Manual, wait for the OFF acknowledgement, choose a duration and switch it on. Durations are thirty seconds, one minute or five minutes. The timer lives on the Arduino. When it finishes, that actuator returns to Auto even if the phone disconnects. The current demonstration requires the phone and laptop to share the board network. It does not offer internet remote access.</a:t>
            </a:r>
          </a:p>
          <a:p xmlns:a="http://schemas.openxmlformats.org/drawingml/2006/main">
            <a:r>
              <a:t/>
            </a:r>
          </a:p>
          <a:p xmlns:a="http://schemas.openxmlformats.org/drawingml/2006/main">
            <a:r>
              <a:t>Visual: mobile-preview.png, actual application screenshot with simulator data.</a:t>
            </a:r>
          </a:p>
          <a:p xmlns:a="http://schemas.openxmlformats.org/drawingml/2006/main">
            <a:r>
              <a:t/>
            </a:r>
          </a:p>
          <a:p xmlns:a="http://schemas.openxmlformats.org/drawingml/2006/main">
            <a:r>
              <a:t>Product source: README.md; firmware/SmartPlant/SmartPlant.ino; firmware/SmartPlant/LocalControl.h; server/bridge.ts. Repository: https://github.com/MJayConstantino/embedded-systems-final-proj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Arduino UNO R4 WiFi is the local controller. Analog sensors supply soil and reservoir readings, while a DHT11 supplies temperature and humidity. The relay connects the irrigation pump and a MOSFET controls the optional fan. The retired mist driver on D11 stays LOW and has no command path. The original OLED and Serial readings remain available. We preserved the working sketch assignments shown here, which take precedence over conflicting pins in the project document. These components form the prototype architecture, not a finalized consumer enclosure or certified electrical design.</a:t>
            </a:r>
          </a:p>
          <a:p xmlns:a="http://schemas.openxmlformats.org/drawingml/2006/main">
            <a:r>
              <a:t/>
            </a:r>
          </a:p>
          <a:p xmlns:a="http://schemas.openxmlformats.org/drawingml/2006/main">
            <a:r>
              <a:t>Product source: README.md; firmware/SmartPlant/SmartPlant.ino; firmware/SmartPlant/LocalControl.h; server/bridge.ts. Repository: https://github.com/MJayConstantino/embedded-systems-final-proj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board creates the Verdant-Demo Wi-Fi hotspot. Both the laptop and the phone join that network. The laptop runs the React, TypeScript and Vite application. Its local bridge forwards HTTP requests to the Arduino for sensor readings and commands. The Arduino owns automatic decisions, protective stops and manual timers. No database, account or hosted service is required. The laptop must remain running for dashboard access, while local automatic control remains on the board. Phone access uses the laptop Network URL rather than the Arduino address.</a:t>
            </a:r>
          </a:p>
          <a:p xmlns:a="http://schemas.openxmlformats.org/drawingml/2006/main">
            <a:r>
              <a:t/>
            </a:r>
          </a:p>
          <a:p xmlns:a="http://schemas.openxmlformats.org/drawingml/2006/main">
            <a:r>
              <a:t>Product source: README.md; firmware/SmartPlant/SmartPlant.ino; firmware/SmartPlant/LocalControl.h; server/bridge.ts. Repository: https://github.com/MJayConstantino/embedded-systems-final-proj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 uses the original thresholds. For example, the pump starts at soil moisture thirty percent or lower when reservoir level is at least twenty-five percent. It stops at soil forty-five percent or reservoir fifteen percent or lower. The fan uses temperature rules. Humidity is monitoring only and does not control watering. DHT11 failure stops the fan while irrigation continues from soil and reservoir readings. These are existing project thresholds, not a recommendation for every plant. Manual ON bypasses normal activation thresholds but retains the existing low-water and DHT-failure protections where applicable. A protective stop cancels that activation and leaves the output off. Manual OFF stays active until another command, Auto or reboot. Reboot restores Auto.</a:t>
            </a:r>
          </a:p>
          <a:p xmlns:a="http://schemas.openxmlformats.org/drawingml/2006/main">
            <a:r>
              <a:t/>
            </a:r>
          </a:p>
          <a:p xmlns:a="http://schemas.openxmlformats.org/drawingml/2006/main">
            <a:r>
              <a:t>Product source: README.md; firmware/SmartPlant/SmartPlant.ino; firmware/SmartPlant/LocalControl.h; server/bridge.ts. Repository: https://github.com/MJayConstantino/embedded-systems-final-proj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is aimed first at owners of small potted-plant irrigation setups and at classrooms demonstrating embedded systems. That audience is a starting hypothesis, not a validated customer segment. The value proposition is straightforward: inspect several conditions together, let the controller respond locally and intervene from the same screen. It gives an owner a clearer way to interact with the irrigation station and gives students a visible connection between sensor inputs and actuator outputs. We are not claiming improved plant growth or measured water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possible commercial offering is a complete kit containing the controller, soil and water sensors, pump, tubing and the required output driver, accompanied by setup guidance and the dashboard software. This is a proposal rather than an available product. We would start with a small pilot among indoor plant owners or teaching labs. We would ask whether the controls are useful, what setup effort is acceptable and whether users would pay for the complete kit. A bill of materials and assembly cost must come before pricing or margin claims. There is no target price, revenue forecast or validated market size in this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software verification from October 26 includes nineteen automated tests, a passing production frontend build and successful compilation for Arduino UNO R4 WiFi. The actual dashboard and local bridge exchanged readings and acknowledged controls with the separately labeled software simulator. That evidence supports software integration, not physical hardware operation. The companion integration has not been uploaded or validated against real sensor reporting and actuator behavior during this work. Before claiming a physical end-to-end demonstration, check real readings, outputs, hotspot connectivity, protective stops and timer behavior on the board. Sensor calibration remains untested and outside the requested scope.</a:t>
            </a:r>
          </a:p>
          <a:p xmlns:a="http://schemas.openxmlformats.org/drawingml/2006/main">
            <a:r>
              <a:t/>
            </a:r>
          </a:p>
          <a:p xmlns:a="http://schemas.openxmlformats.org/drawingml/2006/main">
            <a:r>
              <a:t>Source: VERIFICATION.md, October 26, 2026. Product source: README.md; firmware/SmartPlant/SmartPlant.ino; firmware/SmartPlant/LocalControl.h; server/bridge.ts. Repository: https://github.com/MJayConstantino/embedded-systems-final-proj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normal dashboard connected through Settings. If using the simulator, explicitly say that the demonstration uses simulated hardware. Show soil moisture and reservoir supply, then select the pump and explain its reported output state. Select Manual, wait for the OFF acknowledgement and choose thirty seconds for a short presentation. Activate the output and show its confirmation and countdown. Let the timer finish and show its return to Auto. In a simulator-only demo, this demonstrates software behavior without proving a physical actuator moved. A low-water simulator scenario can demonstrate a rejected pump request if time permits. For physical hardware, verify the circuit and outputs before presenting.</a:t>
            </a:r>
          </a:p>
          <a:p xmlns:a="http://schemas.openxmlformats.org/drawingml/2006/main">
            <a:r>
              <a:t/>
            </a:r>
          </a:p>
          <a:p xmlns:a="http://schemas.openxmlformats.org/drawingml/2006/main">
            <a:r>
              <a:t>Demo setup and scenarios: README.md. Product source: README.md; firmware/SmartPlant/SmartPlant.ino; firmware/SmartPlant/LocalControl.h; server/bridge.ts. Repository: https://github.com/MJayConstantino/embedded-systems-final-proj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Verdant combines a view of plant conditions with soil-based irrigation and optional ventilation. The software prototype is ready to demonstrate with clearly labeled simulation. The next step is physical integration testing, followed by a small user pilot. Our invitation is to try the dashboard and help answer one concrete question: does this make managing a small irrigation station easier? That feedback, together with verified hardware operation and component costs, will shape the first kit. Thank you.</a:t>
            </a:r>
          </a:p>
          <a:p xmlns:a="http://schemas.openxmlformats.org/drawingml/2006/main">
            <a:r>
              <a:t/>
            </a:r>
          </a:p>
          <a:p xmlns:a="http://schemas.openxmlformats.org/drawingml/2006/main">
            <a:r>
              <a:t>Product source: README.md; firmware/SmartPlant/SmartPlant.ino; firmware/SmartPlant/LocalControl.h; server/bridge.ts. Repository: https://github.com/MJayConstantino/embedded-systems-final-proj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d72aadcf0048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d7b37be74646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657d83109340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c9c6f1a1524e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e9276530f546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73f9b399824f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9058DC-4D9A-4469-BEE3-A814521633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2B66A2-FE2A-4DE5-AB0F-DBFBDD0BB2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D1D029C-A60F-4E46-95B5-9B9F700906F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04C8A2-386A-4ACE-8620-1450FE77D3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AE824D-5648-4CF2-AFDE-D4C3471234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F692AE-7266-42B4-81C3-EC3AB5E7D6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9A9C06-9E01-4D10-BA93-8D76F96E15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60AEDD2-168C-4A8B-A36C-5C242B70E1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1D0A44-415F-45D5-A803-9EDEA23B91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E0CBBB-DC09-4C27-8241-F530AEEB2B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be4c75d41140c8" /><Relationship Type="http://schemas.openxmlformats.org/officeDocument/2006/relationships/slideLayout" Target="/ppt/slideLayouts/slideLayout1.xml" Id="R2690ade157c941b2" /><Relationship Type="http://schemas.openxmlformats.org/officeDocument/2006/relationships/slideLayout" Target="/ppt/slideLayouts/slideLayout2.xml" Id="R38528318ccfc477c" /><Relationship Type="http://schemas.openxmlformats.org/officeDocument/2006/relationships/slideLayout" Target="/ppt/slideLayouts/slideLayout3.xml" Id="R296945c47e484f8c" /><Relationship Type="http://schemas.openxmlformats.org/officeDocument/2006/relationships/slideLayout" Target="/ppt/slideLayouts/slideLayout4.xml" Id="Rb599a8be3e4c41c4" /><Relationship Type="http://schemas.openxmlformats.org/officeDocument/2006/relationships/slideLayout" Target="/ppt/slideLayouts/slideLayout5.xml" Id="Re3abd27765ef4f8b" /><Relationship Type="http://schemas.openxmlformats.org/officeDocument/2006/relationships/slideLayout" Target="/ppt/slideLayouts/slideLayout6.xml" Id="R4b7b4f61395d4a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90ade157c941b2"/>
    <p:sldLayoutId xmlns:r="http://schemas.openxmlformats.org/officeDocument/2006/relationships" id="2147483650" r:id="R38528318ccfc477c"/>
    <p:sldLayoutId xmlns:r="http://schemas.openxmlformats.org/officeDocument/2006/relationships" id="2147483651" r:id="R296945c47e484f8c"/>
    <p:sldLayoutId xmlns:r="http://schemas.openxmlformats.org/officeDocument/2006/relationships" id="2147483652" r:id="Rb599a8be3e4c41c4"/>
    <p:sldLayoutId xmlns:r="http://schemas.openxmlformats.org/officeDocument/2006/relationships" id="2147483653" r:id="Re3abd27765ef4f8b"/>
    <p:sldLayoutId xmlns:r="http://schemas.openxmlformats.org/officeDocument/2006/relationships" id="2147483654" r:id="R4b7b4f61395d4a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8fc83dc8f34c83" /><Relationship Type="http://schemas.openxmlformats.org/officeDocument/2006/relationships/image" Target="/ppt/media/image.png" Id="Rc0a8ebff74704f1c" /><Relationship Type="http://schemas.openxmlformats.org/officeDocument/2006/relationships/notesSlide" Target="/ppt/notesSlides/notesSlide1.xml" Id="R3f8f030d351c41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4630dce5004cdb" /><Relationship Type="http://schemas.openxmlformats.org/officeDocument/2006/relationships/notesSlide" Target="/ppt/notesSlides/notesSlide2.xml" Id="Rb92ac87c8b4540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224a1ab4614a9f" /><Relationship Type="http://schemas.openxmlformats.org/officeDocument/2006/relationships/image" Target="/ppt/media/image2.png" Id="Rabd5f512c55e4fbc" /><Relationship Type="http://schemas.openxmlformats.org/officeDocument/2006/relationships/notesSlide" Target="/ppt/notesSlides/notesSlide3.xml" Id="Rbc190ab6bee544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a6b90a1c42475b" /><Relationship Type="http://schemas.openxmlformats.org/officeDocument/2006/relationships/image" Target="/ppt/media/image3.png" Id="R95f671f81c1b4284" /><Relationship Type="http://schemas.openxmlformats.org/officeDocument/2006/relationships/notesSlide" Target="/ppt/notesSlides/notesSlide4.xml" Id="R15fbd35f28b743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5e1b7c4dff47d0" /><Relationship Type="http://schemas.openxmlformats.org/officeDocument/2006/relationships/notesSlide" Target="/ppt/notesSlides/notesSlide5.xml" Id="R4bdd4bb38e0f4a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d4902c09f54091" /><Relationship Type="http://schemas.openxmlformats.org/officeDocument/2006/relationships/notesSlide" Target="/ppt/notesSlides/notesSlide6.xml" Id="R6a424e0032e44a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209390d3574cd2" /><Relationship Type="http://schemas.openxmlformats.org/officeDocument/2006/relationships/notesSlide" Target="/ppt/notesSlides/notesSlide7.xml" Id="R53503ebf1e7240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87afcdee3f42af" /><Relationship Type="http://schemas.openxmlformats.org/officeDocument/2006/relationships/notesSlide" Target="/ppt/notesSlides/notesSlide8.xml" Id="Rec3e376a264947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828d1e7ff2d49a9" /><Relationship Type="http://schemas.openxmlformats.org/officeDocument/2006/relationships/notesSlide" Target="/ppt/notesSlides/notesSlide9.xml" Id="R4c61154fca0748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9e4a8609cf40b8" /><Relationship Type="http://schemas.openxmlformats.org/officeDocument/2006/relationships/notesSlide" Target="/ppt/notesSlides/notesSlide10.xml" Id="R3d947a73b7bf4d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f336e42055c45cc" /><Relationship Type="http://schemas.openxmlformats.org/officeDocument/2006/relationships/notesSlide" Target="/ppt/notesSlides/notesSlide11.xml" Id="R2810106e5a3047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ce0dd0de7b4cc9" /><Relationship Type="http://schemas.openxmlformats.org/officeDocument/2006/relationships/notesSlide" Target="/ppt/notesSlides/notesSlide12.xml" Id="Rf1b1e4929078448c" /></Relationships>
</file>

<file path=ppt/slides/slide1.xml><?xml version="1.0" encoding="utf-8"?>
<p:sld xmlns:p="http://schemas.openxmlformats.org/presentationml/2006/main">
  <p:cSld>
    <p:bg>
      <p:bgPr>
        <a:solidFill xmlns:a="http://schemas.openxmlformats.org/drawingml/2006/main">
          <a:srgbClr val="143B3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F63F643-1CFF-4668-9430-CC91CCA1951D}"/>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CDE5AA"/>
                </a:solidFill>
                <a:latin typeface="Arial"/>
                <a:ea typeface="Arial"/>
                <a:cs typeface="Arial"/>
              </a:defRPr>
            </a:defPPr>
            <a:lvl1pPr>
              <a:defRPr sz="1275" b="1">
                <a:solidFill>
                  <a:srgbClr val="CDE5AA"/>
                </a:solidFill>
                <a:latin typeface="Arial"/>
                <a:ea typeface="Arial"/>
                <a:cs typeface="Arial"/>
              </a:defRPr>
            </a:lvl1pPr>
            <a:lvl2pPr>
              <a:defRPr sz="1275" b="1">
                <a:solidFill>
                  <a:srgbClr val="CDE5AA"/>
                </a:solidFill>
                <a:latin typeface="Arial"/>
                <a:ea typeface="Arial"/>
                <a:cs typeface="Arial"/>
              </a:defRPr>
            </a:lvl2pPr>
            <a:lvl3pPr>
              <a:defRPr sz="1275" b="1">
                <a:solidFill>
                  <a:srgbClr val="CDE5AA"/>
                </a:solidFill>
                <a:latin typeface="Arial"/>
                <a:ea typeface="Arial"/>
                <a:cs typeface="Arial"/>
              </a:defRPr>
            </a:lvl3pPr>
            <a:lvl4pPr>
              <a:defRPr sz="1275" b="1">
                <a:solidFill>
                  <a:srgbClr val="CDE5AA"/>
                </a:solidFill>
                <a:latin typeface="Arial"/>
                <a:ea typeface="Arial"/>
                <a:cs typeface="Arial"/>
              </a:defRPr>
            </a:lvl4pPr>
            <a:lvl5pPr>
              <a:defRPr sz="1275" b="1">
                <a:solidFill>
                  <a:srgbClr val="CDE5AA"/>
                </a:solidFill>
                <a:latin typeface="Arial"/>
                <a:ea typeface="Arial"/>
                <a:cs typeface="Arial"/>
              </a:defRPr>
            </a:lvl5pPr>
            <a:lvl6pPr>
              <a:defRPr sz="1275" b="1">
                <a:solidFill>
                  <a:srgbClr val="CDE5AA"/>
                </a:solidFill>
                <a:latin typeface="Arial"/>
                <a:ea typeface="Arial"/>
                <a:cs typeface="Arial"/>
              </a:defRPr>
            </a:lvl6pPr>
            <a:lvl7pPr>
              <a:defRPr sz="1275" b="1">
                <a:solidFill>
                  <a:srgbClr val="CDE5AA"/>
                </a:solidFill>
                <a:latin typeface="Arial"/>
                <a:ea typeface="Arial"/>
                <a:cs typeface="Arial"/>
              </a:defRPr>
            </a:lvl7pPr>
            <a:lvl8pPr>
              <a:defRPr sz="1275" b="1">
                <a:solidFill>
                  <a:srgbClr val="CDE5AA"/>
                </a:solidFill>
                <a:latin typeface="Arial"/>
                <a:ea typeface="Arial"/>
                <a:cs typeface="Arial"/>
              </a:defRPr>
            </a:lvl8pPr>
            <a:lvl9pPr>
              <a:defRPr sz="1275" b="1">
                <a:solidFill>
                  <a:srgbClr val="CDE5AA"/>
                </a:solidFill>
                <a:latin typeface="Arial"/>
                <a:ea typeface="Arial"/>
                <a:cs typeface="Arial"/>
              </a:defRPr>
            </a:lvl9pPr>
          </a:lstStyle>
          <a:p xmlns:a="http://schemas.openxmlformats.org/drawingml/2006/main">
            <a:pPr>
              <a:defRPr sz="1275" b="1">
                <a:solidFill>
                  <a:srgbClr val="CDE5AA"/>
                </a:solidFill>
                <a:latin typeface="Arial"/>
                <a:ea typeface="Arial"/>
                <a:cs typeface="Arial"/>
              </a:defRPr>
            </a:pPr>
            <a:r>
              <a:rPr sz="1275" b="1">
                <a:solidFill>
                  <a:srgbClr val="CDE5AA"/>
                </a:solidFill>
                <a:latin typeface="Arial"/>
                <a:ea typeface="Arial"/>
                <a:cs typeface="Arial"/>
              </a:rPr>
              <a:t>EMBEDDED SYSTEMS FINAL PROJECT</a:t>
            </a:r>
          </a:p>
        </p:txBody>
      </p:sp>
      <p:sp>
        <p:nvSpPr>
          <p:cNvPr id="2" name="text-1">
            <a:extLst xmlns:a="http://schemas.openxmlformats.org/drawingml/2006/main">
              <a:ext uri="{FF2B5EF4-FFF2-40B4-BE49-F238E27FC236}">
                <a16:creationId xmlns:a16="http://schemas.microsoft.com/office/drawing/2014/main" id="{41929291-CCF3-4CCB-B425-10F1EAA4409C}"/>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BDD2C4"/>
                </a:solidFill>
                <a:latin typeface="Arial"/>
                <a:ea typeface="Arial"/>
                <a:cs typeface="Arial"/>
              </a:defRPr>
            </a:defPPr>
            <a:lvl1pPr>
              <a:defRPr sz="975" b="0">
                <a:solidFill>
                  <a:srgbClr val="BDD2C4"/>
                </a:solidFill>
                <a:latin typeface="Arial"/>
                <a:ea typeface="Arial"/>
                <a:cs typeface="Arial"/>
              </a:defRPr>
            </a:lvl1pPr>
            <a:lvl2pPr>
              <a:defRPr sz="975" b="0">
                <a:solidFill>
                  <a:srgbClr val="BDD2C4"/>
                </a:solidFill>
                <a:latin typeface="Arial"/>
                <a:ea typeface="Arial"/>
                <a:cs typeface="Arial"/>
              </a:defRPr>
            </a:lvl2pPr>
            <a:lvl3pPr>
              <a:defRPr sz="975" b="0">
                <a:solidFill>
                  <a:srgbClr val="BDD2C4"/>
                </a:solidFill>
                <a:latin typeface="Arial"/>
                <a:ea typeface="Arial"/>
                <a:cs typeface="Arial"/>
              </a:defRPr>
            </a:lvl3pPr>
            <a:lvl4pPr>
              <a:defRPr sz="975" b="0">
                <a:solidFill>
                  <a:srgbClr val="BDD2C4"/>
                </a:solidFill>
                <a:latin typeface="Arial"/>
                <a:ea typeface="Arial"/>
                <a:cs typeface="Arial"/>
              </a:defRPr>
            </a:lvl4pPr>
            <a:lvl5pPr>
              <a:defRPr sz="975" b="0">
                <a:solidFill>
                  <a:srgbClr val="BDD2C4"/>
                </a:solidFill>
                <a:latin typeface="Arial"/>
                <a:ea typeface="Arial"/>
                <a:cs typeface="Arial"/>
              </a:defRPr>
            </a:lvl5pPr>
            <a:lvl6pPr>
              <a:defRPr sz="975" b="0">
                <a:solidFill>
                  <a:srgbClr val="BDD2C4"/>
                </a:solidFill>
                <a:latin typeface="Arial"/>
                <a:ea typeface="Arial"/>
                <a:cs typeface="Arial"/>
              </a:defRPr>
            </a:lvl6pPr>
            <a:lvl7pPr>
              <a:defRPr sz="975" b="0">
                <a:solidFill>
                  <a:srgbClr val="BDD2C4"/>
                </a:solidFill>
                <a:latin typeface="Arial"/>
                <a:ea typeface="Arial"/>
                <a:cs typeface="Arial"/>
              </a:defRPr>
            </a:lvl7pPr>
            <a:lvl8pPr>
              <a:defRPr sz="975" b="0">
                <a:solidFill>
                  <a:srgbClr val="BDD2C4"/>
                </a:solidFill>
                <a:latin typeface="Arial"/>
                <a:ea typeface="Arial"/>
                <a:cs typeface="Arial"/>
              </a:defRPr>
            </a:lvl8pPr>
            <a:lvl9pPr>
              <a:defRPr sz="975" b="0">
                <a:solidFill>
                  <a:srgbClr val="BDD2C4"/>
                </a:solidFill>
                <a:latin typeface="Arial"/>
                <a:ea typeface="Arial"/>
                <a:cs typeface="Arial"/>
              </a:defRPr>
            </a:lvl9pPr>
          </a:lstStyle>
          <a:p xmlns:a="http://schemas.openxmlformats.org/drawingml/2006/main">
            <a:pPr>
              <a:defRPr sz="975" b="0">
                <a:solidFill>
                  <a:srgbClr val="BDD2C4"/>
                </a:solidFill>
                <a:latin typeface="Arial"/>
                <a:ea typeface="Arial"/>
                <a:cs typeface="Arial"/>
              </a:defRPr>
            </a:pPr>
            <a:r>
              <a:rPr sz="975" b="0">
                <a:solidFill>
                  <a:srgbClr val="BDD2C4"/>
                </a:solidFill>
                <a:latin typeface="Arial"/>
                <a:ea typeface="Arial"/>
                <a:cs typeface="Arial"/>
              </a:rPr>
              <a:t>VERDANT / SMART IRRIGATION</a:t>
            </a:r>
          </a:p>
        </p:txBody>
      </p:sp>
      <p:sp>
        <p:nvSpPr>
          <p:cNvPr id="3" name="text-2">
            <a:extLst xmlns:a="http://schemas.openxmlformats.org/drawingml/2006/main">
              <a:ext uri="{FF2B5EF4-FFF2-40B4-BE49-F238E27FC236}">
                <a16:creationId xmlns:a16="http://schemas.microsoft.com/office/drawing/2014/main" id="{BAAA5F95-7FDC-49FA-B591-81DCECB2B567}"/>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CDE5AA"/>
                </a:solidFill>
                <a:latin typeface="Arial"/>
                <a:ea typeface="Arial"/>
                <a:cs typeface="Arial"/>
              </a:defRPr>
            </a:defPPr>
            <a:lvl1pPr>
              <a:defRPr sz="1050" b="0">
                <a:solidFill>
                  <a:srgbClr val="CDE5AA"/>
                </a:solidFill>
                <a:latin typeface="Arial"/>
                <a:ea typeface="Arial"/>
                <a:cs typeface="Arial"/>
              </a:defRPr>
            </a:lvl1pPr>
            <a:lvl2pPr>
              <a:defRPr sz="1050" b="0">
                <a:solidFill>
                  <a:srgbClr val="CDE5AA"/>
                </a:solidFill>
                <a:latin typeface="Arial"/>
                <a:ea typeface="Arial"/>
                <a:cs typeface="Arial"/>
              </a:defRPr>
            </a:lvl2pPr>
            <a:lvl3pPr>
              <a:defRPr sz="1050" b="0">
                <a:solidFill>
                  <a:srgbClr val="CDE5AA"/>
                </a:solidFill>
                <a:latin typeface="Arial"/>
                <a:ea typeface="Arial"/>
                <a:cs typeface="Arial"/>
              </a:defRPr>
            </a:lvl3pPr>
            <a:lvl4pPr>
              <a:defRPr sz="1050" b="0">
                <a:solidFill>
                  <a:srgbClr val="CDE5AA"/>
                </a:solidFill>
                <a:latin typeface="Arial"/>
                <a:ea typeface="Arial"/>
                <a:cs typeface="Arial"/>
              </a:defRPr>
            </a:lvl4pPr>
            <a:lvl5pPr>
              <a:defRPr sz="1050" b="0">
                <a:solidFill>
                  <a:srgbClr val="CDE5AA"/>
                </a:solidFill>
                <a:latin typeface="Arial"/>
                <a:ea typeface="Arial"/>
                <a:cs typeface="Arial"/>
              </a:defRPr>
            </a:lvl5pPr>
            <a:lvl6pPr>
              <a:defRPr sz="1050" b="0">
                <a:solidFill>
                  <a:srgbClr val="CDE5AA"/>
                </a:solidFill>
                <a:latin typeface="Arial"/>
                <a:ea typeface="Arial"/>
                <a:cs typeface="Arial"/>
              </a:defRPr>
            </a:lvl6pPr>
            <a:lvl7pPr>
              <a:defRPr sz="1050" b="0">
                <a:solidFill>
                  <a:srgbClr val="CDE5AA"/>
                </a:solidFill>
                <a:latin typeface="Arial"/>
                <a:ea typeface="Arial"/>
                <a:cs typeface="Arial"/>
              </a:defRPr>
            </a:lvl7pPr>
            <a:lvl8pPr>
              <a:defRPr sz="1050" b="0">
                <a:solidFill>
                  <a:srgbClr val="CDE5AA"/>
                </a:solidFill>
                <a:latin typeface="Arial"/>
                <a:ea typeface="Arial"/>
                <a:cs typeface="Arial"/>
              </a:defRPr>
            </a:lvl8pPr>
            <a:lvl9pPr>
              <a:defRPr sz="1050" b="0">
                <a:solidFill>
                  <a:srgbClr val="CDE5AA"/>
                </a:solidFill>
                <a:latin typeface="Arial"/>
                <a:ea typeface="Arial"/>
                <a:cs typeface="Arial"/>
              </a:defRPr>
            </a:lvl9pPr>
          </a:lstStyle>
          <a:p xmlns:a="http://schemas.openxmlformats.org/drawingml/2006/main">
            <a:pPr>
              <a:defRPr sz="1050" b="0">
                <a:solidFill>
                  <a:srgbClr val="CDE5AA"/>
                </a:solidFill>
                <a:latin typeface="Arial"/>
                <a:ea typeface="Arial"/>
                <a:cs typeface="Arial"/>
              </a:defRPr>
            </a:pPr>
            <a:r>
              <a:rPr sz="1050" b="0">
                <a:solidFill>
                  <a:srgbClr val="CDE5AA"/>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15720B22-50EB-4D84-8D77-3999463561C7}"/>
              </a:ext>
            </a:extLst>
          </p:cNvPr>
          <p:cNvSpPr>
            <a:spLocks xmlns:a="http://schemas.openxmlformats.org/drawingml/2006/main" noGrp="1"/>
          </p:cNvSpPr>
          <p:nvPr/>
        </p:nvSpPr>
        <p:spPr>
          <a:xfrm xmlns:a="http://schemas.openxmlformats.org/drawingml/2006/main">
            <a:off x="609600" y="1666875"/>
            <a:ext cx="9144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8400" b="1">
                <a:solidFill>
                  <a:srgbClr val="FFFFFF"/>
                </a:solidFill>
                <a:latin typeface="Arial"/>
                <a:ea typeface="Arial"/>
                <a:cs typeface="Arial"/>
              </a:defRPr>
            </a:defPPr>
            <a:lvl1pPr>
              <a:defRPr sz="8400" b="1">
                <a:solidFill>
                  <a:srgbClr val="FFFFFF"/>
                </a:solidFill>
                <a:latin typeface="Arial"/>
                <a:ea typeface="Arial"/>
                <a:cs typeface="Arial"/>
              </a:defRPr>
            </a:lvl1pPr>
            <a:lvl2pPr>
              <a:defRPr sz="8400" b="1">
                <a:solidFill>
                  <a:srgbClr val="FFFFFF"/>
                </a:solidFill>
                <a:latin typeface="Arial"/>
                <a:ea typeface="Arial"/>
                <a:cs typeface="Arial"/>
              </a:defRPr>
            </a:lvl2pPr>
            <a:lvl3pPr>
              <a:defRPr sz="8400" b="1">
                <a:solidFill>
                  <a:srgbClr val="FFFFFF"/>
                </a:solidFill>
                <a:latin typeface="Arial"/>
                <a:ea typeface="Arial"/>
                <a:cs typeface="Arial"/>
              </a:defRPr>
            </a:lvl3pPr>
            <a:lvl4pPr>
              <a:defRPr sz="8400" b="1">
                <a:solidFill>
                  <a:srgbClr val="FFFFFF"/>
                </a:solidFill>
                <a:latin typeface="Arial"/>
                <a:ea typeface="Arial"/>
                <a:cs typeface="Arial"/>
              </a:defRPr>
            </a:lvl4pPr>
            <a:lvl5pPr>
              <a:defRPr sz="8400" b="1">
                <a:solidFill>
                  <a:srgbClr val="FFFFFF"/>
                </a:solidFill>
                <a:latin typeface="Arial"/>
                <a:ea typeface="Arial"/>
                <a:cs typeface="Arial"/>
              </a:defRPr>
            </a:lvl5pPr>
            <a:lvl6pPr>
              <a:defRPr sz="8400" b="1">
                <a:solidFill>
                  <a:srgbClr val="FFFFFF"/>
                </a:solidFill>
                <a:latin typeface="Arial"/>
                <a:ea typeface="Arial"/>
                <a:cs typeface="Arial"/>
              </a:defRPr>
            </a:lvl6pPr>
            <a:lvl7pPr>
              <a:defRPr sz="8400" b="1">
                <a:solidFill>
                  <a:srgbClr val="FFFFFF"/>
                </a:solidFill>
                <a:latin typeface="Arial"/>
                <a:ea typeface="Arial"/>
                <a:cs typeface="Arial"/>
              </a:defRPr>
            </a:lvl7pPr>
            <a:lvl8pPr>
              <a:defRPr sz="8400" b="1">
                <a:solidFill>
                  <a:srgbClr val="FFFFFF"/>
                </a:solidFill>
                <a:latin typeface="Arial"/>
                <a:ea typeface="Arial"/>
                <a:cs typeface="Arial"/>
              </a:defRPr>
            </a:lvl8pPr>
            <a:lvl9pPr>
              <a:defRPr sz="8400" b="1">
                <a:solidFill>
                  <a:srgbClr val="FFFFFF"/>
                </a:solidFill>
                <a:latin typeface="Arial"/>
                <a:ea typeface="Arial"/>
                <a:cs typeface="Arial"/>
              </a:defRPr>
            </a:lvl9pPr>
          </a:lstStyle>
          <a:p xmlns:a="http://schemas.openxmlformats.org/drawingml/2006/main">
            <a:pPr>
              <a:defRPr sz="8400" b="1">
                <a:solidFill>
                  <a:srgbClr val="FFFFFF"/>
                </a:solidFill>
                <a:latin typeface="Arial"/>
                <a:ea typeface="Arial"/>
                <a:cs typeface="Arial"/>
              </a:defRPr>
            </a:pPr>
            <a:r>
              <a:rPr sz="8400" b="1">
                <a:solidFill>
                  <a:srgbClr val="FFFFFF"/>
                </a:solidFill>
                <a:latin typeface="Arial"/>
                <a:ea typeface="Arial"/>
                <a:cs typeface="Arial"/>
              </a:rPr>
              <a:t>verdant.</a:t>
            </a:r>
          </a:p>
        </p:txBody>
      </p:sp>
      <p:sp>
        <p:nvSpPr>
          <p:cNvPr id="5" name="text-4">
            <a:extLst xmlns:a="http://schemas.openxmlformats.org/drawingml/2006/main">
              <a:ext uri="{FF2B5EF4-FFF2-40B4-BE49-F238E27FC236}">
                <a16:creationId xmlns:a16="http://schemas.microsoft.com/office/drawing/2014/main" id="{EE44405C-3C9D-4D64-8EE7-EE8B4FE1C124}"/>
              </a:ext>
            </a:extLst>
          </p:cNvPr>
          <p:cNvSpPr>
            <a:spLocks xmlns:a="http://schemas.openxmlformats.org/drawingml/2006/main" noGrp="1"/>
          </p:cNvSpPr>
          <p:nvPr/>
        </p:nvSpPr>
        <p:spPr>
          <a:xfrm xmlns:a="http://schemas.openxmlformats.org/drawingml/2006/main">
            <a:off x="666750" y="3162300"/>
            <a:ext cx="1000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350" b="1">
                <a:solidFill>
                  <a:srgbClr val="CDE5AA"/>
                </a:solidFill>
                <a:latin typeface="Arial"/>
                <a:ea typeface="Arial"/>
                <a:cs typeface="Arial"/>
              </a:defRPr>
            </a:defPPr>
            <a:lvl1pPr>
              <a:defRPr sz="4350" b="1">
                <a:solidFill>
                  <a:srgbClr val="CDE5AA"/>
                </a:solidFill>
                <a:latin typeface="Arial"/>
                <a:ea typeface="Arial"/>
                <a:cs typeface="Arial"/>
              </a:defRPr>
            </a:lvl1pPr>
            <a:lvl2pPr>
              <a:defRPr sz="4350" b="1">
                <a:solidFill>
                  <a:srgbClr val="CDE5AA"/>
                </a:solidFill>
                <a:latin typeface="Arial"/>
                <a:ea typeface="Arial"/>
                <a:cs typeface="Arial"/>
              </a:defRPr>
            </a:lvl2pPr>
            <a:lvl3pPr>
              <a:defRPr sz="4350" b="1">
                <a:solidFill>
                  <a:srgbClr val="CDE5AA"/>
                </a:solidFill>
                <a:latin typeface="Arial"/>
                <a:ea typeface="Arial"/>
                <a:cs typeface="Arial"/>
              </a:defRPr>
            </a:lvl3pPr>
            <a:lvl4pPr>
              <a:defRPr sz="4350" b="1">
                <a:solidFill>
                  <a:srgbClr val="CDE5AA"/>
                </a:solidFill>
                <a:latin typeface="Arial"/>
                <a:ea typeface="Arial"/>
                <a:cs typeface="Arial"/>
              </a:defRPr>
            </a:lvl4pPr>
            <a:lvl5pPr>
              <a:defRPr sz="4350" b="1">
                <a:solidFill>
                  <a:srgbClr val="CDE5AA"/>
                </a:solidFill>
                <a:latin typeface="Arial"/>
                <a:ea typeface="Arial"/>
                <a:cs typeface="Arial"/>
              </a:defRPr>
            </a:lvl5pPr>
            <a:lvl6pPr>
              <a:defRPr sz="4350" b="1">
                <a:solidFill>
                  <a:srgbClr val="CDE5AA"/>
                </a:solidFill>
                <a:latin typeface="Arial"/>
                <a:ea typeface="Arial"/>
                <a:cs typeface="Arial"/>
              </a:defRPr>
            </a:lvl6pPr>
            <a:lvl7pPr>
              <a:defRPr sz="4350" b="1">
                <a:solidFill>
                  <a:srgbClr val="CDE5AA"/>
                </a:solidFill>
                <a:latin typeface="Arial"/>
                <a:ea typeface="Arial"/>
                <a:cs typeface="Arial"/>
              </a:defRPr>
            </a:lvl7pPr>
            <a:lvl8pPr>
              <a:defRPr sz="4350" b="1">
                <a:solidFill>
                  <a:srgbClr val="CDE5AA"/>
                </a:solidFill>
                <a:latin typeface="Arial"/>
                <a:ea typeface="Arial"/>
                <a:cs typeface="Arial"/>
              </a:defRPr>
            </a:lvl8pPr>
            <a:lvl9pPr>
              <a:defRPr sz="4350" b="1">
                <a:solidFill>
                  <a:srgbClr val="CDE5AA"/>
                </a:solidFill>
                <a:latin typeface="Arial"/>
                <a:ea typeface="Arial"/>
                <a:cs typeface="Arial"/>
              </a:defRPr>
            </a:lvl9pPr>
          </a:lstStyle>
          <a:p xmlns:a="http://schemas.openxmlformats.org/drawingml/2006/main">
            <a:pPr>
              <a:defRPr sz="4350" b="1">
                <a:solidFill>
                  <a:srgbClr val="CDE5AA"/>
                </a:solidFill>
                <a:latin typeface="Arial"/>
                <a:ea typeface="Arial"/>
                <a:cs typeface="Arial"/>
              </a:defRPr>
            </a:pPr>
            <a:r>
              <a:rPr sz="4350" b="1">
                <a:solidFill>
                  <a:srgbClr val="CDE5AA"/>
                </a:solidFill>
                <a:latin typeface="Arial"/>
                <a:ea typeface="Arial"/>
                <a:cs typeface="Arial"/>
              </a:rPr>
              <a:t>Watering you can see</a:t>
            </a:r>
          </a:p>
          <a:p xmlns:a="http://schemas.openxmlformats.org/drawingml/2006/main">
            <a:pPr>
              <a:defRPr sz="4350" b="1">
                <a:solidFill>
                  <a:srgbClr val="CDE5AA"/>
                </a:solidFill>
                <a:latin typeface="Arial"/>
                <a:ea typeface="Arial"/>
                <a:cs typeface="Arial"/>
              </a:defRPr>
            </a:pPr>
            <a:r>
              <a:rPr sz="4350" b="1">
                <a:solidFill>
                  <a:srgbClr val="CDE5AA"/>
                </a:solidFill>
                <a:latin typeface="Arial"/>
                <a:ea typeface="Arial"/>
                <a:cs typeface="Arial"/>
              </a:rPr>
              <a:t>and control.</a:t>
            </a:r>
          </a:p>
        </p:txBody>
      </p:sp>
      <p:sp>
        <p:nvSpPr>
          <p:cNvPr id="6" name="text-5">
            <a:extLst xmlns:a="http://schemas.openxmlformats.org/drawingml/2006/main">
              <a:ext uri="{FF2B5EF4-FFF2-40B4-BE49-F238E27FC236}">
                <a16:creationId xmlns:a16="http://schemas.microsoft.com/office/drawing/2014/main" id="{E9230173-BF1E-419D-8385-8D8144E1697A}"/>
              </a:ext>
            </a:extLst>
          </p:cNvPr>
          <p:cNvSpPr>
            <a:spLocks xmlns:a="http://schemas.openxmlformats.org/drawingml/2006/main" noGrp="1"/>
          </p:cNvSpPr>
          <p:nvPr/>
        </p:nvSpPr>
        <p:spPr>
          <a:xfrm xmlns:a="http://schemas.openxmlformats.org/drawingml/2006/main">
            <a:off x="685800" y="51625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Arduino automation with a dashboard for your phone.</a:t>
            </a:r>
          </a:p>
        </p:txBody>
      </p:sp>
      <p:pic>
        <p:nvPicPr>
          <p:cNvPr id="7" name="">
            <a:extLst xmlns:a="http://schemas.openxmlformats.org/drawingml/2006/main">
              <a:ext uri="{FF2B5EF4-FFF2-40B4-BE49-F238E27FC236}">
                <a16:creationId xmlns:a16="http://schemas.microsoft.com/office/drawing/2014/main" id="{D99290DE-5879-4782-8DE1-FA36796C6C24}"/>
              </a:ext>
            </a:extLst>
          </p:cNvPr>
          <p:cNvPicPr>
            <a:picLocks xmlns:a="http://schemas.openxmlformats.org/drawingml/2006/main" noChangeAspect="1"/>
          </p:cNvPicPr>
          <p:nvPr/>
        </p:nvPicPr>
        <p:blipFill>
          <a:blip xmlns:r="http://schemas.openxmlformats.org/officeDocument/2006/relationships" xmlns:a="http://schemas.openxmlformats.org/drawingml/2006/main" r:embed="Rc0a8ebff74704f1c"/>
          <a:stretch xmlns:a="http://schemas.openxmlformats.org/drawingml/2006/main"/>
        </p:blipFill>
        <p:spPr>
          <a:xfrm xmlns:a="http://schemas.openxmlformats.org/drawingml/2006/main">
            <a:off x="10477500" y="381000"/>
            <a:ext cx="838200" cy="838200"/>
          </a:xfrm>
          <a:prstGeom xmlns:a="http://schemas.openxmlformats.org/drawingml/2006/main" prst="rect">
            <a:avLst/>
          </a:prstGeom>
        </p:spPr>
      </p:pic>
    </p:spTree>
    <p:extLst>
      <p:ext uri="{BB962C8B-B14F-4D97-AF65-F5344CB8AC3E}">
        <p14:creationId xmlns:p14="http://schemas.microsoft.com/office/powerpoint/2010/main" val="1547998674"/>
      </p:ext>
    </p:extLst>
  </p:cSld>
</p:sld>
</file>

<file path=ppt/slides/slide2.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2941839E-401C-4892-967E-E41F6B189A53}"/>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205C45"/>
                </a:solidFill>
                <a:latin typeface="Arial"/>
                <a:ea typeface="Arial"/>
                <a:cs typeface="Arial"/>
              </a:defRPr>
            </a:defPPr>
            <a:lvl1pPr>
              <a:defRPr sz="1275" b="1">
                <a:solidFill>
                  <a:srgbClr val="205C45"/>
                </a:solidFill>
                <a:latin typeface="Arial"/>
                <a:ea typeface="Arial"/>
                <a:cs typeface="Arial"/>
              </a:defRPr>
            </a:lvl1pPr>
            <a:lvl2pPr>
              <a:defRPr sz="1275" b="1">
                <a:solidFill>
                  <a:srgbClr val="205C45"/>
                </a:solidFill>
                <a:latin typeface="Arial"/>
                <a:ea typeface="Arial"/>
                <a:cs typeface="Arial"/>
              </a:defRPr>
            </a:lvl2pPr>
            <a:lvl3pPr>
              <a:defRPr sz="1275" b="1">
                <a:solidFill>
                  <a:srgbClr val="205C45"/>
                </a:solidFill>
                <a:latin typeface="Arial"/>
                <a:ea typeface="Arial"/>
                <a:cs typeface="Arial"/>
              </a:defRPr>
            </a:lvl3pPr>
            <a:lvl4pPr>
              <a:defRPr sz="1275" b="1">
                <a:solidFill>
                  <a:srgbClr val="205C45"/>
                </a:solidFill>
                <a:latin typeface="Arial"/>
                <a:ea typeface="Arial"/>
                <a:cs typeface="Arial"/>
              </a:defRPr>
            </a:lvl4pPr>
            <a:lvl5pPr>
              <a:defRPr sz="1275" b="1">
                <a:solidFill>
                  <a:srgbClr val="205C45"/>
                </a:solidFill>
                <a:latin typeface="Arial"/>
                <a:ea typeface="Arial"/>
                <a:cs typeface="Arial"/>
              </a:defRPr>
            </a:lvl5pPr>
            <a:lvl6pPr>
              <a:defRPr sz="1275" b="1">
                <a:solidFill>
                  <a:srgbClr val="205C45"/>
                </a:solidFill>
                <a:latin typeface="Arial"/>
                <a:ea typeface="Arial"/>
                <a:cs typeface="Arial"/>
              </a:defRPr>
            </a:lvl6pPr>
            <a:lvl7pPr>
              <a:defRPr sz="1275" b="1">
                <a:solidFill>
                  <a:srgbClr val="205C45"/>
                </a:solidFill>
                <a:latin typeface="Arial"/>
                <a:ea typeface="Arial"/>
                <a:cs typeface="Arial"/>
              </a:defRPr>
            </a:lvl7pPr>
            <a:lvl8pPr>
              <a:defRPr sz="1275" b="1">
                <a:solidFill>
                  <a:srgbClr val="205C45"/>
                </a:solidFill>
                <a:latin typeface="Arial"/>
                <a:ea typeface="Arial"/>
                <a:cs typeface="Arial"/>
              </a:defRPr>
            </a:lvl8pPr>
            <a:lvl9pPr>
              <a:defRPr sz="1275" b="1">
                <a:solidFill>
                  <a:srgbClr val="205C45"/>
                </a:solidFill>
                <a:latin typeface="Arial"/>
                <a:ea typeface="Arial"/>
                <a:cs typeface="Arial"/>
              </a:defRPr>
            </a:lvl9pPr>
          </a:lstStyle>
          <a:p xmlns:a="http://schemas.openxmlformats.org/drawingml/2006/main">
            <a:pPr>
              <a:defRPr sz="1275" b="1">
                <a:solidFill>
                  <a:srgbClr val="205C45"/>
                </a:solidFill>
                <a:latin typeface="Arial"/>
                <a:ea typeface="Arial"/>
                <a:cs typeface="Arial"/>
              </a:defRPr>
            </a:pPr>
            <a:r>
              <a:rPr sz="1275" b="1">
                <a:solidFill>
                  <a:srgbClr val="205C45"/>
                </a:solidFill>
                <a:latin typeface="Arial"/>
                <a:ea typeface="Arial"/>
                <a:cs typeface="Arial"/>
              </a:rPr>
              <a:t>THE PROBLEM</a:t>
            </a:r>
          </a:p>
        </p:txBody>
      </p:sp>
      <p:sp>
        <p:nvSpPr>
          <p:cNvPr id="2" name="text-1">
            <a:extLst xmlns:a="http://schemas.openxmlformats.org/drawingml/2006/main">
              <a:ext uri="{FF2B5EF4-FFF2-40B4-BE49-F238E27FC236}">
                <a16:creationId xmlns:a16="http://schemas.microsoft.com/office/drawing/2014/main" id="{40BDCC2D-EA8E-40D1-819B-49A723FBE3A2}"/>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83E32"/>
                </a:solidFill>
                <a:latin typeface="Arial"/>
                <a:ea typeface="Arial"/>
                <a:cs typeface="Arial"/>
              </a:defRPr>
            </a:defPPr>
            <a:lvl1pPr>
              <a:defRPr sz="3450" b="1">
                <a:solidFill>
                  <a:srgbClr val="183E32"/>
                </a:solidFill>
                <a:latin typeface="Arial"/>
                <a:ea typeface="Arial"/>
                <a:cs typeface="Arial"/>
              </a:defRPr>
            </a:lvl1pPr>
            <a:lvl2pPr>
              <a:defRPr sz="3450" b="1">
                <a:solidFill>
                  <a:srgbClr val="183E32"/>
                </a:solidFill>
                <a:latin typeface="Arial"/>
                <a:ea typeface="Arial"/>
                <a:cs typeface="Arial"/>
              </a:defRPr>
            </a:lvl2pPr>
            <a:lvl3pPr>
              <a:defRPr sz="3450" b="1">
                <a:solidFill>
                  <a:srgbClr val="183E32"/>
                </a:solidFill>
                <a:latin typeface="Arial"/>
                <a:ea typeface="Arial"/>
                <a:cs typeface="Arial"/>
              </a:defRPr>
            </a:lvl3pPr>
            <a:lvl4pPr>
              <a:defRPr sz="3450" b="1">
                <a:solidFill>
                  <a:srgbClr val="183E32"/>
                </a:solidFill>
                <a:latin typeface="Arial"/>
                <a:ea typeface="Arial"/>
                <a:cs typeface="Arial"/>
              </a:defRPr>
            </a:lvl4pPr>
            <a:lvl5pPr>
              <a:defRPr sz="3450" b="1">
                <a:solidFill>
                  <a:srgbClr val="183E32"/>
                </a:solidFill>
                <a:latin typeface="Arial"/>
                <a:ea typeface="Arial"/>
                <a:cs typeface="Arial"/>
              </a:defRPr>
            </a:lvl5pPr>
            <a:lvl6pPr>
              <a:defRPr sz="3450" b="1">
                <a:solidFill>
                  <a:srgbClr val="183E32"/>
                </a:solidFill>
                <a:latin typeface="Arial"/>
                <a:ea typeface="Arial"/>
                <a:cs typeface="Arial"/>
              </a:defRPr>
            </a:lvl6pPr>
            <a:lvl7pPr>
              <a:defRPr sz="3450" b="1">
                <a:solidFill>
                  <a:srgbClr val="183E32"/>
                </a:solidFill>
                <a:latin typeface="Arial"/>
                <a:ea typeface="Arial"/>
                <a:cs typeface="Arial"/>
              </a:defRPr>
            </a:lvl7pPr>
            <a:lvl8pPr>
              <a:defRPr sz="3450" b="1">
                <a:solidFill>
                  <a:srgbClr val="183E32"/>
                </a:solidFill>
                <a:latin typeface="Arial"/>
                <a:ea typeface="Arial"/>
                <a:cs typeface="Arial"/>
              </a:defRPr>
            </a:lvl8pPr>
            <a:lvl9pPr>
              <a:defRPr sz="3450" b="1">
                <a:solidFill>
                  <a:srgbClr val="183E32"/>
                </a:solidFill>
                <a:latin typeface="Arial"/>
                <a:ea typeface="Arial"/>
                <a:cs typeface="Arial"/>
              </a:defRPr>
            </a:lvl9pPr>
          </a:lstStyle>
          <a:p xmlns:a="http://schemas.openxmlformats.org/drawingml/2006/main">
            <a:pPr>
              <a:defRPr sz="3450" b="1">
                <a:solidFill>
                  <a:srgbClr val="183E32"/>
                </a:solidFill>
                <a:latin typeface="Arial"/>
                <a:ea typeface="Arial"/>
                <a:cs typeface="Arial"/>
              </a:defRPr>
            </a:pPr>
            <a:r>
              <a:rPr sz="3450" b="1">
                <a:solidFill>
                  <a:srgbClr val="183E32"/>
                </a:solidFill>
                <a:latin typeface="Arial"/>
                <a:ea typeface="Arial"/>
                <a:cs typeface="Arial"/>
              </a:rPr>
              <a:t>A care routine leaves unanswered questions.</a:t>
            </a:r>
          </a:p>
        </p:txBody>
      </p:sp>
      <p:sp>
        <p:nvSpPr>
          <p:cNvPr id="3" name="text-2">
            <a:extLst xmlns:a="http://schemas.openxmlformats.org/drawingml/2006/main">
              <a:ext uri="{FF2B5EF4-FFF2-40B4-BE49-F238E27FC236}">
                <a16:creationId xmlns:a16="http://schemas.microsoft.com/office/drawing/2014/main" id="{D92FD0DA-0AA9-4099-A2E4-E7E522DC4F99}"/>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536C60"/>
                </a:solidFill>
                <a:latin typeface="Arial"/>
                <a:ea typeface="Arial"/>
                <a:cs typeface="Arial"/>
              </a:defRPr>
            </a:defPPr>
            <a:lvl1pPr>
              <a:defRPr sz="975" b="0">
                <a:solidFill>
                  <a:srgbClr val="536C60"/>
                </a:solidFill>
                <a:latin typeface="Arial"/>
                <a:ea typeface="Arial"/>
                <a:cs typeface="Arial"/>
              </a:defRPr>
            </a:lvl1pPr>
            <a:lvl2pPr>
              <a:defRPr sz="975" b="0">
                <a:solidFill>
                  <a:srgbClr val="536C60"/>
                </a:solidFill>
                <a:latin typeface="Arial"/>
                <a:ea typeface="Arial"/>
                <a:cs typeface="Arial"/>
              </a:defRPr>
            </a:lvl2pPr>
            <a:lvl3pPr>
              <a:defRPr sz="975" b="0">
                <a:solidFill>
                  <a:srgbClr val="536C60"/>
                </a:solidFill>
                <a:latin typeface="Arial"/>
                <a:ea typeface="Arial"/>
                <a:cs typeface="Arial"/>
              </a:defRPr>
            </a:lvl3pPr>
            <a:lvl4pPr>
              <a:defRPr sz="975" b="0">
                <a:solidFill>
                  <a:srgbClr val="536C60"/>
                </a:solidFill>
                <a:latin typeface="Arial"/>
                <a:ea typeface="Arial"/>
                <a:cs typeface="Arial"/>
              </a:defRPr>
            </a:lvl4pPr>
            <a:lvl5pPr>
              <a:defRPr sz="975" b="0">
                <a:solidFill>
                  <a:srgbClr val="536C60"/>
                </a:solidFill>
                <a:latin typeface="Arial"/>
                <a:ea typeface="Arial"/>
                <a:cs typeface="Arial"/>
              </a:defRPr>
            </a:lvl5pPr>
            <a:lvl6pPr>
              <a:defRPr sz="975" b="0">
                <a:solidFill>
                  <a:srgbClr val="536C60"/>
                </a:solidFill>
                <a:latin typeface="Arial"/>
                <a:ea typeface="Arial"/>
                <a:cs typeface="Arial"/>
              </a:defRPr>
            </a:lvl6pPr>
            <a:lvl7pPr>
              <a:defRPr sz="975" b="0">
                <a:solidFill>
                  <a:srgbClr val="536C60"/>
                </a:solidFill>
                <a:latin typeface="Arial"/>
                <a:ea typeface="Arial"/>
                <a:cs typeface="Arial"/>
              </a:defRPr>
            </a:lvl7pPr>
            <a:lvl8pPr>
              <a:defRPr sz="975" b="0">
                <a:solidFill>
                  <a:srgbClr val="536C60"/>
                </a:solidFill>
                <a:latin typeface="Arial"/>
                <a:ea typeface="Arial"/>
                <a:cs typeface="Arial"/>
              </a:defRPr>
            </a:lvl8pPr>
            <a:lvl9pPr>
              <a:defRPr sz="975" b="0">
                <a:solidFill>
                  <a:srgbClr val="536C60"/>
                </a:solidFill>
                <a:latin typeface="Arial"/>
                <a:ea typeface="Arial"/>
                <a:cs typeface="Arial"/>
              </a:defRPr>
            </a:lvl9pPr>
          </a:lstStyle>
          <a:p xmlns:a="http://schemas.openxmlformats.org/drawingml/2006/main">
            <a:pPr>
              <a:defRPr sz="975" b="0">
                <a:solidFill>
                  <a:srgbClr val="536C60"/>
                </a:solidFill>
                <a:latin typeface="Arial"/>
                <a:ea typeface="Arial"/>
                <a:cs typeface="Arial"/>
              </a:defRPr>
            </a:pPr>
            <a:r>
              <a:rPr sz="975" b="0">
                <a:solidFill>
                  <a:srgbClr val="536C60"/>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554AB48E-271E-4B0A-83A0-FF7A0AF9E63B}"/>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536C60"/>
                </a:solidFill>
                <a:latin typeface="Arial"/>
                <a:ea typeface="Arial"/>
                <a:cs typeface="Arial"/>
              </a:defRPr>
            </a:defPPr>
            <a:lvl1pPr>
              <a:defRPr sz="1050" b="0">
                <a:solidFill>
                  <a:srgbClr val="536C60"/>
                </a:solidFill>
                <a:latin typeface="Arial"/>
                <a:ea typeface="Arial"/>
                <a:cs typeface="Arial"/>
              </a:defRPr>
            </a:lvl1pPr>
            <a:lvl2pPr>
              <a:defRPr sz="1050" b="0">
                <a:solidFill>
                  <a:srgbClr val="536C60"/>
                </a:solidFill>
                <a:latin typeface="Arial"/>
                <a:ea typeface="Arial"/>
                <a:cs typeface="Arial"/>
              </a:defRPr>
            </a:lvl2pPr>
            <a:lvl3pPr>
              <a:defRPr sz="1050" b="0">
                <a:solidFill>
                  <a:srgbClr val="536C60"/>
                </a:solidFill>
                <a:latin typeface="Arial"/>
                <a:ea typeface="Arial"/>
                <a:cs typeface="Arial"/>
              </a:defRPr>
            </a:lvl3pPr>
            <a:lvl4pPr>
              <a:defRPr sz="1050" b="0">
                <a:solidFill>
                  <a:srgbClr val="536C60"/>
                </a:solidFill>
                <a:latin typeface="Arial"/>
                <a:ea typeface="Arial"/>
                <a:cs typeface="Arial"/>
              </a:defRPr>
            </a:lvl4pPr>
            <a:lvl5pPr>
              <a:defRPr sz="1050" b="0">
                <a:solidFill>
                  <a:srgbClr val="536C60"/>
                </a:solidFill>
                <a:latin typeface="Arial"/>
                <a:ea typeface="Arial"/>
                <a:cs typeface="Arial"/>
              </a:defRPr>
            </a:lvl5pPr>
            <a:lvl6pPr>
              <a:defRPr sz="1050" b="0">
                <a:solidFill>
                  <a:srgbClr val="536C60"/>
                </a:solidFill>
                <a:latin typeface="Arial"/>
                <a:ea typeface="Arial"/>
                <a:cs typeface="Arial"/>
              </a:defRPr>
            </a:lvl6pPr>
            <a:lvl7pPr>
              <a:defRPr sz="1050" b="0">
                <a:solidFill>
                  <a:srgbClr val="536C60"/>
                </a:solidFill>
                <a:latin typeface="Arial"/>
                <a:ea typeface="Arial"/>
                <a:cs typeface="Arial"/>
              </a:defRPr>
            </a:lvl7pPr>
            <a:lvl8pPr>
              <a:defRPr sz="1050" b="0">
                <a:solidFill>
                  <a:srgbClr val="536C60"/>
                </a:solidFill>
                <a:latin typeface="Arial"/>
                <a:ea typeface="Arial"/>
                <a:cs typeface="Arial"/>
              </a:defRPr>
            </a:lvl8pPr>
            <a:lvl9pPr>
              <a:defRPr sz="1050" b="0">
                <a:solidFill>
                  <a:srgbClr val="536C60"/>
                </a:solidFill>
                <a:latin typeface="Arial"/>
                <a:ea typeface="Arial"/>
                <a:cs typeface="Arial"/>
              </a:defRPr>
            </a:lvl9pPr>
          </a:lstStyle>
          <a:p xmlns:a="http://schemas.openxmlformats.org/drawingml/2006/main">
            <a:pPr>
              <a:defRPr sz="1050" b="0">
                <a:solidFill>
                  <a:srgbClr val="536C60"/>
                </a:solidFill>
                <a:latin typeface="Arial"/>
                <a:ea typeface="Arial"/>
                <a:cs typeface="Arial"/>
              </a:defRPr>
            </a:pPr>
            <a:r>
              <a:rPr sz="1050" b="0">
                <a:solidFill>
                  <a:srgbClr val="536C60"/>
                </a:solidFill>
                <a:latin typeface="Arial"/>
                <a:ea typeface="Arial"/>
                <a:cs typeface="Arial"/>
              </a:rPr>
              <a:t>02</a:t>
            </a:r>
          </a:p>
        </p:txBody>
      </p:sp>
      <p:sp>
        <p:nvSpPr>
          <p:cNvPr id="5" name="text-4">
            <a:extLst xmlns:a="http://schemas.openxmlformats.org/drawingml/2006/main">
              <a:ext uri="{FF2B5EF4-FFF2-40B4-BE49-F238E27FC236}">
                <a16:creationId xmlns:a16="http://schemas.microsoft.com/office/drawing/2014/main" id="{21AB80DC-0427-4A8B-821B-647DD1632B7E}"/>
              </a:ext>
            </a:extLst>
          </p:cNvPr>
          <p:cNvSpPr>
            <a:spLocks xmlns:a="http://schemas.openxmlformats.org/drawingml/2006/main" noGrp="1"/>
          </p:cNvSpPr>
          <p:nvPr/>
        </p:nvSpPr>
        <p:spPr>
          <a:xfrm xmlns:a="http://schemas.openxmlformats.org/drawingml/2006/main">
            <a:off x="609600" y="23336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“Does it need water?”</a:t>
            </a:r>
          </a:p>
        </p:txBody>
      </p:sp>
      <p:sp>
        <p:nvSpPr>
          <p:cNvPr id="6" name="text-5">
            <a:extLst xmlns:a="http://schemas.openxmlformats.org/drawingml/2006/main">
              <a:ext uri="{FF2B5EF4-FFF2-40B4-BE49-F238E27FC236}">
                <a16:creationId xmlns:a16="http://schemas.microsoft.com/office/drawing/2014/main" id="{52BC68A8-E815-4094-BE3F-B266DF553EFC}"/>
              </a:ext>
            </a:extLst>
          </p:cNvPr>
          <p:cNvSpPr>
            <a:spLocks xmlns:a="http://schemas.openxmlformats.org/drawingml/2006/main" noGrp="1"/>
          </p:cNvSpPr>
          <p:nvPr/>
        </p:nvSpPr>
        <p:spPr>
          <a:xfrm xmlns:a="http://schemas.openxmlformats.org/drawingml/2006/main">
            <a:off x="609600" y="2914650"/>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Soil condition and reservoir supply need separate checks.</a:t>
            </a:r>
          </a:p>
        </p:txBody>
      </p:sp>
      <p:sp>
        <p:nvSpPr>
          <p:cNvPr id="7" name="text-6">
            <a:extLst xmlns:a="http://schemas.openxmlformats.org/drawingml/2006/main">
              <a:ext uri="{FF2B5EF4-FFF2-40B4-BE49-F238E27FC236}">
                <a16:creationId xmlns:a16="http://schemas.microsoft.com/office/drawing/2014/main" id="{8CCDD2D1-122D-4929-85DC-F9ECEA5E9370}"/>
              </a:ext>
            </a:extLst>
          </p:cNvPr>
          <p:cNvSpPr>
            <a:spLocks xmlns:a="http://schemas.openxmlformats.org/drawingml/2006/main" noGrp="1"/>
          </p:cNvSpPr>
          <p:nvPr/>
        </p:nvSpPr>
        <p:spPr>
          <a:xfrm xmlns:a="http://schemas.openxmlformats.org/drawingml/2006/main">
            <a:off x="6477000" y="23336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“What needs attention?”</a:t>
            </a:r>
          </a:p>
        </p:txBody>
      </p:sp>
      <p:sp>
        <p:nvSpPr>
          <p:cNvPr id="8" name="text-7">
            <a:extLst xmlns:a="http://schemas.openxmlformats.org/drawingml/2006/main">
              <a:ext uri="{FF2B5EF4-FFF2-40B4-BE49-F238E27FC236}">
                <a16:creationId xmlns:a16="http://schemas.microsoft.com/office/drawing/2014/main" id="{E520C782-7304-442A-9347-7DB55650447A}"/>
              </a:ext>
            </a:extLst>
          </p:cNvPr>
          <p:cNvSpPr>
            <a:spLocks xmlns:a="http://schemas.openxmlformats.org/drawingml/2006/main" noGrp="1"/>
          </p:cNvSpPr>
          <p:nvPr/>
        </p:nvSpPr>
        <p:spPr>
          <a:xfrm xmlns:a="http://schemas.openxmlformats.org/drawingml/2006/main">
            <a:off x="6477000" y="2914650"/>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Separate checks make it harder to see the growing conditions together.</a:t>
            </a:r>
          </a:p>
        </p:txBody>
      </p:sp>
      <p:sp>
        <p:nvSpPr>
          <p:cNvPr id="9" name="text-8">
            <a:extLst xmlns:a="http://schemas.openxmlformats.org/drawingml/2006/main">
              <a:ext uri="{FF2B5EF4-FFF2-40B4-BE49-F238E27FC236}">
                <a16:creationId xmlns:a16="http://schemas.microsoft.com/office/drawing/2014/main" id="{4983344D-A979-41BA-9BA4-459F65817D1B}"/>
              </a:ext>
            </a:extLst>
          </p:cNvPr>
          <p:cNvSpPr>
            <a:spLocks xmlns:a="http://schemas.openxmlformats.org/drawingml/2006/main" noGrp="1"/>
          </p:cNvSpPr>
          <p:nvPr/>
        </p:nvSpPr>
        <p:spPr>
          <a:xfrm xmlns:a="http://schemas.openxmlformats.org/drawingml/2006/main">
            <a:off x="609600" y="51435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625" b="1">
                <a:solidFill>
                  <a:srgbClr val="205C45"/>
                </a:solidFill>
                <a:latin typeface="Arial"/>
                <a:ea typeface="Arial"/>
                <a:cs typeface="Arial"/>
              </a:defRPr>
            </a:defPPr>
            <a:lvl1pPr>
              <a:defRPr sz="2625" b="1">
                <a:solidFill>
                  <a:srgbClr val="205C45"/>
                </a:solidFill>
                <a:latin typeface="Arial"/>
                <a:ea typeface="Arial"/>
                <a:cs typeface="Arial"/>
              </a:defRPr>
            </a:lvl1pPr>
            <a:lvl2pPr>
              <a:defRPr sz="2625" b="1">
                <a:solidFill>
                  <a:srgbClr val="205C45"/>
                </a:solidFill>
                <a:latin typeface="Arial"/>
                <a:ea typeface="Arial"/>
                <a:cs typeface="Arial"/>
              </a:defRPr>
            </a:lvl2pPr>
            <a:lvl3pPr>
              <a:defRPr sz="2625" b="1">
                <a:solidFill>
                  <a:srgbClr val="205C45"/>
                </a:solidFill>
                <a:latin typeface="Arial"/>
                <a:ea typeface="Arial"/>
                <a:cs typeface="Arial"/>
              </a:defRPr>
            </a:lvl3pPr>
            <a:lvl4pPr>
              <a:defRPr sz="2625" b="1">
                <a:solidFill>
                  <a:srgbClr val="205C45"/>
                </a:solidFill>
                <a:latin typeface="Arial"/>
                <a:ea typeface="Arial"/>
                <a:cs typeface="Arial"/>
              </a:defRPr>
            </a:lvl4pPr>
            <a:lvl5pPr>
              <a:defRPr sz="2625" b="1">
                <a:solidFill>
                  <a:srgbClr val="205C45"/>
                </a:solidFill>
                <a:latin typeface="Arial"/>
                <a:ea typeface="Arial"/>
                <a:cs typeface="Arial"/>
              </a:defRPr>
            </a:lvl5pPr>
            <a:lvl6pPr>
              <a:defRPr sz="2625" b="1">
                <a:solidFill>
                  <a:srgbClr val="205C45"/>
                </a:solidFill>
                <a:latin typeface="Arial"/>
                <a:ea typeface="Arial"/>
                <a:cs typeface="Arial"/>
              </a:defRPr>
            </a:lvl6pPr>
            <a:lvl7pPr>
              <a:defRPr sz="2625" b="1">
                <a:solidFill>
                  <a:srgbClr val="205C45"/>
                </a:solidFill>
                <a:latin typeface="Arial"/>
                <a:ea typeface="Arial"/>
                <a:cs typeface="Arial"/>
              </a:defRPr>
            </a:lvl7pPr>
            <a:lvl8pPr>
              <a:defRPr sz="2625" b="1">
                <a:solidFill>
                  <a:srgbClr val="205C45"/>
                </a:solidFill>
                <a:latin typeface="Arial"/>
                <a:ea typeface="Arial"/>
                <a:cs typeface="Arial"/>
              </a:defRPr>
            </a:lvl8pPr>
            <a:lvl9pPr>
              <a:defRPr sz="2625" b="1">
                <a:solidFill>
                  <a:srgbClr val="205C45"/>
                </a:solidFill>
                <a:latin typeface="Arial"/>
                <a:ea typeface="Arial"/>
                <a:cs typeface="Arial"/>
              </a:defRPr>
            </a:lvl9pPr>
          </a:lstStyle>
          <a:p xmlns:a="http://schemas.openxmlformats.org/drawingml/2006/main">
            <a:pPr>
              <a:defRPr sz="2625" b="1">
                <a:solidFill>
                  <a:srgbClr val="205C45"/>
                </a:solidFill>
                <a:latin typeface="Arial"/>
                <a:ea typeface="Arial"/>
                <a:cs typeface="Arial"/>
              </a:defRPr>
            </a:pPr>
            <a:r>
              <a:rPr sz="2625" b="1">
                <a:solidFill>
                  <a:srgbClr val="205C45"/>
                </a:solidFill>
                <a:latin typeface="Arial"/>
                <a:ea typeface="Arial"/>
                <a:cs typeface="Arial"/>
              </a:rPr>
              <a:t>The opportunity: put the readings and the response in one place.</a:t>
            </a:r>
          </a:p>
        </p:txBody>
      </p:sp>
    </p:spTree>
    <p:extLst>
      <p:ext uri="{BB962C8B-B14F-4D97-AF65-F5344CB8AC3E}">
        <p14:creationId xmlns:p14="http://schemas.microsoft.com/office/powerpoint/2010/main" val="751280694"/>
      </p:ext>
    </p:extLst>
  </p:cSld>
</p:sld>
</file>

<file path=ppt/slides/slide3.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6D616045-9316-4D9B-8D69-053B74F49EB0}"/>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205C45"/>
                </a:solidFill>
                <a:latin typeface="Arial"/>
                <a:ea typeface="Arial"/>
                <a:cs typeface="Arial"/>
              </a:defRPr>
            </a:defPPr>
            <a:lvl1pPr>
              <a:defRPr sz="1275" b="1">
                <a:solidFill>
                  <a:srgbClr val="205C45"/>
                </a:solidFill>
                <a:latin typeface="Arial"/>
                <a:ea typeface="Arial"/>
                <a:cs typeface="Arial"/>
              </a:defRPr>
            </a:lvl1pPr>
            <a:lvl2pPr>
              <a:defRPr sz="1275" b="1">
                <a:solidFill>
                  <a:srgbClr val="205C45"/>
                </a:solidFill>
                <a:latin typeface="Arial"/>
                <a:ea typeface="Arial"/>
                <a:cs typeface="Arial"/>
              </a:defRPr>
            </a:lvl2pPr>
            <a:lvl3pPr>
              <a:defRPr sz="1275" b="1">
                <a:solidFill>
                  <a:srgbClr val="205C45"/>
                </a:solidFill>
                <a:latin typeface="Arial"/>
                <a:ea typeface="Arial"/>
                <a:cs typeface="Arial"/>
              </a:defRPr>
            </a:lvl3pPr>
            <a:lvl4pPr>
              <a:defRPr sz="1275" b="1">
                <a:solidFill>
                  <a:srgbClr val="205C45"/>
                </a:solidFill>
                <a:latin typeface="Arial"/>
                <a:ea typeface="Arial"/>
                <a:cs typeface="Arial"/>
              </a:defRPr>
            </a:lvl4pPr>
            <a:lvl5pPr>
              <a:defRPr sz="1275" b="1">
                <a:solidFill>
                  <a:srgbClr val="205C45"/>
                </a:solidFill>
                <a:latin typeface="Arial"/>
                <a:ea typeface="Arial"/>
                <a:cs typeface="Arial"/>
              </a:defRPr>
            </a:lvl5pPr>
            <a:lvl6pPr>
              <a:defRPr sz="1275" b="1">
                <a:solidFill>
                  <a:srgbClr val="205C45"/>
                </a:solidFill>
                <a:latin typeface="Arial"/>
                <a:ea typeface="Arial"/>
                <a:cs typeface="Arial"/>
              </a:defRPr>
            </a:lvl6pPr>
            <a:lvl7pPr>
              <a:defRPr sz="1275" b="1">
                <a:solidFill>
                  <a:srgbClr val="205C45"/>
                </a:solidFill>
                <a:latin typeface="Arial"/>
                <a:ea typeface="Arial"/>
                <a:cs typeface="Arial"/>
              </a:defRPr>
            </a:lvl7pPr>
            <a:lvl8pPr>
              <a:defRPr sz="1275" b="1">
                <a:solidFill>
                  <a:srgbClr val="205C45"/>
                </a:solidFill>
                <a:latin typeface="Arial"/>
                <a:ea typeface="Arial"/>
                <a:cs typeface="Arial"/>
              </a:defRPr>
            </a:lvl8pPr>
            <a:lvl9pPr>
              <a:defRPr sz="1275" b="1">
                <a:solidFill>
                  <a:srgbClr val="205C45"/>
                </a:solidFill>
                <a:latin typeface="Arial"/>
                <a:ea typeface="Arial"/>
                <a:cs typeface="Arial"/>
              </a:defRPr>
            </a:lvl9pPr>
          </a:lstStyle>
          <a:p xmlns:a="http://schemas.openxmlformats.org/drawingml/2006/main">
            <a:pPr>
              <a:defRPr sz="1275" b="1">
                <a:solidFill>
                  <a:srgbClr val="205C45"/>
                </a:solidFill>
                <a:latin typeface="Arial"/>
                <a:ea typeface="Arial"/>
                <a:cs typeface="Arial"/>
              </a:defRPr>
            </a:pPr>
            <a:r>
              <a:rPr sz="1275" b="1">
                <a:solidFill>
                  <a:srgbClr val="205C45"/>
                </a:solidFill>
                <a:latin typeface="Arial"/>
                <a:ea typeface="Arial"/>
                <a:cs typeface="Arial"/>
              </a:rPr>
              <a:t>THE PRODUCT</a:t>
            </a:r>
          </a:p>
        </p:txBody>
      </p:sp>
      <p:sp>
        <p:nvSpPr>
          <p:cNvPr id="2" name="text-1">
            <a:extLst xmlns:a="http://schemas.openxmlformats.org/drawingml/2006/main">
              <a:ext uri="{FF2B5EF4-FFF2-40B4-BE49-F238E27FC236}">
                <a16:creationId xmlns:a16="http://schemas.microsoft.com/office/drawing/2014/main" id="{76BE02F3-08DD-4879-B122-492411D09268}"/>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83E32"/>
                </a:solidFill>
                <a:latin typeface="Arial"/>
                <a:ea typeface="Arial"/>
                <a:cs typeface="Arial"/>
              </a:defRPr>
            </a:defPPr>
            <a:lvl1pPr>
              <a:defRPr sz="3450" b="1">
                <a:solidFill>
                  <a:srgbClr val="183E32"/>
                </a:solidFill>
                <a:latin typeface="Arial"/>
                <a:ea typeface="Arial"/>
                <a:cs typeface="Arial"/>
              </a:defRPr>
            </a:lvl1pPr>
            <a:lvl2pPr>
              <a:defRPr sz="3450" b="1">
                <a:solidFill>
                  <a:srgbClr val="183E32"/>
                </a:solidFill>
                <a:latin typeface="Arial"/>
                <a:ea typeface="Arial"/>
                <a:cs typeface="Arial"/>
              </a:defRPr>
            </a:lvl2pPr>
            <a:lvl3pPr>
              <a:defRPr sz="3450" b="1">
                <a:solidFill>
                  <a:srgbClr val="183E32"/>
                </a:solidFill>
                <a:latin typeface="Arial"/>
                <a:ea typeface="Arial"/>
                <a:cs typeface="Arial"/>
              </a:defRPr>
            </a:lvl3pPr>
            <a:lvl4pPr>
              <a:defRPr sz="3450" b="1">
                <a:solidFill>
                  <a:srgbClr val="183E32"/>
                </a:solidFill>
                <a:latin typeface="Arial"/>
                <a:ea typeface="Arial"/>
                <a:cs typeface="Arial"/>
              </a:defRPr>
            </a:lvl4pPr>
            <a:lvl5pPr>
              <a:defRPr sz="3450" b="1">
                <a:solidFill>
                  <a:srgbClr val="183E32"/>
                </a:solidFill>
                <a:latin typeface="Arial"/>
                <a:ea typeface="Arial"/>
                <a:cs typeface="Arial"/>
              </a:defRPr>
            </a:lvl5pPr>
            <a:lvl6pPr>
              <a:defRPr sz="3450" b="1">
                <a:solidFill>
                  <a:srgbClr val="183E32"/>
                </a:solidFill>
                <a:latin typeface="Arial"/>
                <a:ea typeface="Arial"/>
                <a:cs typeface="Arial"/>
              </a:defRPr>
            </a:lvl6pPr>
            <a:lvl7pPr>
              <a:defRPr sz="3450" b="1">
                <a:solidFill>
                  <a:srgbClr val="183E32"/>
                </a:solidFill>
                <a:latin typeface="Arial"/>
                <a:ea typeface="Arial"/>
                <a:cs typeface="Arial"/>
              </a:defRPr>
            </a:lvl7pPr>
            <a:lvl8pPr>
              <a:defRPr sz="3450" b="1">
                <a:solidFill>
                  <a:srgbClr val="183E32"/>
                </a:solidFill>
                <a:latin typeface="Arial"/>
                <a:ea typeface="Arial"/>
                <a:cs typeface="Arial"/>
              </a:defRPr>
            </a:lvl8pPr>
            <a:lvl9pPr>
              <a:defRPr sz="3450" b="1">
                <a:solidFill>
                  <a:srgbClr val="183E32"/>
                </a:solidFill>
                <a:latin typeface="Arial"/>
                <a:ea typeface="Arial"/>
                <a:cs typeface="Arial"/>
              </a:defRPr>
            </a:lvl9pPr>
          </a:lstStyle>
          <a:p xmlns:a="http://schemas.openxmlformats.org/drawingml/2006/main">
            <a:pPr>
              <a:defRPr sz="3450" b="1">
                <a:solidFill>
                  <a:srgbClr val="183E32"/>
                </a:solidFill>
                <a:latin typeface="Arial"/>
                <a:ea typeface="Arial"/>
                <a:cs typeface="Arial"/>
              </a:defRPr>
            </a:pPr>
            <a:r>
              <a:rPr sz="3450" b="1">
                <a:solidFill>
                  <a:srgbClr val="183E32"/>
                </a:solidFill>
                <a:latin typeface="Arial"/>
                <a:ea typeface="Arial"/>
                <a:cs typeface="Arial"/>
              </a:rPr>
              <a:t>Soil moisture and water supply guide irrigation</a:t>
            </a:r>
          </a:p>
        </p:txBody>
      </p:sp>
      <p:sp>
        <p:nvSpPr>
          <p:cNvPr id="3" name="text-2">
            <a:extLst xmlns:a="http://schemas.openxmlformats.org/drawingml/2006/main">
              <a:ext uri="{FF2B5EF4-FFF2-40B4-BE49-F238E27FC236}">
                <a16:creationId xmlns:a16="http://schemas.microsoft.com/office/drawing/2014/main" id="{92C47764-44BB-482F-A921-6D84C2202106}"/>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536C60"/>
                </a:solidFill>
                <a:latin typeface="Arial"/>
                <a:ea typeface="Arial"/>
                <a:cs typeface="Arial"/>
              </a:defRPr>
            </a:defPPr>
            <a:lvl1pPr>
              <a:defRPr sz="975" b="0">
                <a:solidFill>
                  <a:srgbClr val="536C60"/>
                </a:solidFill>
                <a:latin typeface="Arial"/>
                <a:ea typeface="Arial"/>
                <a:cs typeface="Arial"/>
              </a:defRPr>
            </a:lvl1pPr>
            <a:lvl2pPr>
              <a:defRPr sz="975" b="0">
                <a:solidFill>
                  <a:srgbClr val="536C60"/>
                </a:solidFill>
                <a:latin typeface="Arial"/>
                <a:ea typeface="Arial"/>
                <a:cs typeface="Arial"/>
              </a:defRPr>
            </a:lvl2pPr>
            <a:lvl3pPr>
              <a:defRPr sz="975" b="0">
                <a:solidFill>
                  <a:srgbClr val="536C60"/>
                </a:solidFill>
                <a:latin typeface="Arial"/>
                <a:ea typeface="Arial"/>
                <a:cs typeface="Arial"/>
              </a:defRPr>
            </a:lvl3pPr>
            <a:lvl4pPr>
              <a:defRPr sz="975" b="0">
                <a:solidFill>
                  <a:srgbClr val="536C60"/>
                </a:solidFill>
                <a:latin typeface="Arial"/>
                <a:ea typeface="Arial"/>
                <a:cs typeface="Arial"/>
              </a:defRPr>
            </a:lvl4pPr>
            <a:lvl5pPr>
              <a:defRPr sz="975" b="0">
                <a:solidFill>
                  <a:srgbClr val="536C60"/>
                </a:solidFill>
                <a:latin typeface="Arial"/>
                <a:ea typeface="Arial"/>
                <a:cs typeface="Arial"/>
              </a:defRPr>
            </a:lvl5pPr>
            <a:lvl6pPr>
              <a:defRPr sz="975" b="0">
                <a:solidFill>
                  <a:srgbClr val="536C60"/>
                </a:solidFill>
                <a:latin typeface="Arial"/>
                <a:ea typeface="Arial"/>
                <a:cs typeface="Arial"/>
              </a:defRPr>
            </a:lvl6pPr>
            <a:lvl7pPr>
              <a:defRPr sz="975" b="0">
                <a:solidFill>
                  <a:srgbClr val="536C60"/>
                </a:solidFill>
                <a:latin typeface="Arial"/>
                <a:ea typeface="Arial"/>
                <a:cs typeface="Arial"/>
              </a:defRPr>
            </a:lvl7pPr>
            <a:lvl8pPr>
              <a:defRPr sz="975" b="0">
                <a:solidFill>
                  <a:srgbClr val="536C60"/>
                </a:solidFill>
                <a:latin typeface="Arial"/>
                <a:ea typeface="Arial"/>
                <a:cs typeface="Arial"/>
              </a:defRPr>
            </a:lvl8pPr>
            <a:lvl9pPr>
              <a:defRPr sz="975" b="0">
                <a:solidFill>
                  <a:srgbClr val="536C60"/>
                </a:solidFill>
                <a:latin typeface="Arial"/>
                <a:ea typeface="Arial"/>
                <a:cs typeface="Arial"/>
              </a:defRPr>
            </a:lvl9pPr>
          </a:lstStyle>
          <a:p xmlns:a="http://schemas.openxmlformats.org/drawingml/2006/main">
            <a:pPr>
              <a:defRPr sz="975" b="0">
                <a:solidFill>
                  <a:srgbClr val="536C60"/>
                </a:solidFill>
                <a:latin typeface="Arial"/>
                <a:ea typeface="Arial"/>
                <a:cs typeface="Arial"/>
              </a:defRPr>
            </a:pPr>
            <a:r>
              <a:rPr sz="975" b="0">
                <a:solidFill>
                  <a:srgbClr val="536C60"/>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169B43DA-4C67-4EC6-8761-88403584AE3C}"/>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536C60"/>
                </a:solidFill>
                <a:latin typeface="Arial"/>
                <a:ea typeface="Arial"/>
                <a:cs typeface="Arial"/>
              </a:defRPr>
            </a:defPPr>
            <a:lvl1pPr>
              <a:defRPr sz="1050" b="0">
                <a:solidFill>
                  <a:srgbClr val="536C60"/>
                </a:solidFill>
                <a:latin typeface="Arial"/>
                <a:ea typeface="Arial"/>
                <a:cs typeface="Arial"/>
              </a:defRPr>
            </a:lvl1pPr>
            <a:lvl2pPr>
              <a:defRPr sz="1050" b="0">
                <a:solidFill>
                  <a:srgbClr val="536C60"/>
                </a:solidFill>
                <a:latin typeface="Arial"/>
                <a:ea typeface="Arial"/>
                <a:cs typeface="Arial"/>
              </a:defRPr>
            </a:lvl2pPr>
            <a:lvl3pPr>
              <a:defRPr sz="1050" b="0">
                <a:solidFill>
                  <a:srgbClr val="536C60"/>
                </a:solidFill>
                <a:latin typeface="Arial"/>
                <a:ea typeface="Arial"/>
                <a:cs typeface="Arial"/>
              </a:defRPr>
            </a:lvl3pPr>
            <a:lvl4pPr>
              <a:defRPr sz="1050" b="0">
                <a:solidFill>
                  <a:srgbClr val="536C60"/>
                </a:solidFill>
                <a:latin typeface="Arial"/>
                <a:ea typeface="Arial"/>
                <a:cs typeface="Arial"/>
              </a:defRPr>
            </a:lvl4pPr>
            <a:lvl5pPr>
              <a:defRPr sz="1050" b="0">
                <a:solidFill>
                  <a:srgbClr val="536C60"/>
                </a:solidFill>
                <a:latin typeface="Arial"/>
                <a:ea typeface="Arial"/>
                <a:cs typeface="Arial"/>
              </a:defRPr>
            </a:lvl5pPr>
            <a:lvl6pPr>
              <a:defRPr sz="1050" b="0">
                <a:solidFill>
                  <a:srgbClr val="536C60"/>
                </a:solidFill>
                <a:latin typeface="Arial"/>
                <a:ea typeface="Arial"/>
                <a:cs typeface="Arial"/>
              </a:defRPr>
            </a:lvl6pPr>
            <a:lvl7pPr>
              <a:defRPr sz="1050" b="0">
                <a:solidFill>
                  <a:srgbClr val="536C60"/>
                </a:solidFill>
                <a:latin typeface="Arial"/>
                <a:ea typeface="Arial"/>
                <a:cs typeface="Arial"/>
              </a:defRPr>
            </a:lvl7pPr>
            <a:lvl8pPr>
              <a:defRPr sz="1050" b="0">
                <a:solidFill>
                  <a:srgbClr val="536C60"/>
                </a:solidFill>
                <a:latin typeface="Arial"/>
                <a:ea typeface="Arial"/>
                <a:cs typeface="Arial"/>
              </a:defRPr>
            </a:lvl8pPr>
            <a:lvl9pPr>
              <a:defRPr sz="1050" b="0">
                <a:solidFill>
                  <a:srgbClr val="536C60"/>
                </a:solidFill>
                <a:latin typeface="Arial"/>
                <a:ea typeface="Arial"/>
                <a:cs typeface="Arial"/>
              </a:defRPr>
            </a:lvl9pPr>
          </a:lstStyle>
          <a:p xmlns:a="http://schemas.openxmlformats.org/drawingml/2006/main">
            <a:pPr>
              <a:defRPr sz="1050" b="0">
                <a:solidFill>
                  <a:srgbClr val="536C60"/>
                </a:solidFill>
                <a:latin typeface="Arial"/>
                <a:ea typeface="Arial"/>
                <a:cs typeface="Arial"/>
              </a:defRPr>
            </a:pPr>
            <a:r>
              <a:rPr sz="1050" b="0">
                <a:solidFill>
                  <a:srgbClr val="536C60"/>
                </a:solidFill>
                <a:latin typeface="Arial"/>
                <a:ea typeface="Arial"/>
                <a:cs typeface="Arial"/>
              </a:rPr>
              <a:t>03</a:t>
            </a:r>
          </a:p>
        </p:txBody>
      </p:sp>
      <p:sp>
        <p:nvSpPr>
          <p:cNvPr id="5" name="text-4">
            <a:extLst xmlns:a="http://schemas.openxmlformats.org/drawingml/2006/main">
              <a:ext uri="{FF2B5EF4-FFF2-40B4-BE49-F238E27FC236}">
                <a16:creationId xmlns:a16="http://schemas.microsoft.com/office/drawing/2014/main" id="{ED8C3B4D-0E91-4F76-954A-E0AF03C4DD12}"/>
              </a:ext>
            </a:extLst>
          </p:cNvPr>
          <p:cNvSpPr>
            <a:spLocks xmlns:a="http://schemas.openxmlformats.org/drawingml/2006/main" noGrp="1"/>
          </p:cNvSpPr>
          <p:nvPr/>
        </p:nvSpPr>
        <p:spPr>
          <a:xfrm xmlns:a="http://schemas.openxmlformats.org/drawingml/2006/main">
            <a:off x="609600" y="2343150"/>
            <a:ext cx="44291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05C45"/>
                </a:solidFill>
                <a:latin typeface="Arial"/>
                <a:ea typeface="Arial"/>
                <a:cs typeface="Arial"/>
              </a:defRPr>
            </a:defPPr>
            <a:lvl1pPr>
              <a:defRPr sz="2700" b="1">
                <a:solidFill>
                  <a:srgbClr val="205C45"/>
                </a:solidFill>
                <a:latin typeface="Arial"/>
                <a:ea typeface="Arial"/>
                <a:cs typeface="Arial"/>
              </a:defRPr>
            </a:lvl1pPr>
            <a:lvl2pPr>
              <a:defRPr sz="2700" b="1">
                <a:solidFill>
                  <a:srgbClr val="205C45"/>
                </a:solidFill>
                <a:latin typeface="Arial"/>
                <a:ea typeface="Arial"/>
                <a:cs typeface="Arial"/>
              </a:defRPr>
            </a:lvl2pPr>
            <a:lvl3pPr>
              <a:defRPr sz="2700" b="1">
                <a:solidFill>
                  <a:srgbClr val="205C45"/>
                </a:solidFill>
                <a:latin typeface="Arial"/>
                <a:ea typeface="Arial"/>
                <a:cs typeface="Arial"/>
              </a:defRPr>
            </a:lvl3pPr>
            <a:lvl4pPr>
              <a:defRPr sz="2700" b="1">
                <a:solidFill>
                  <a:srgbClr val="205C45"/>
                </a:solidFill>
                <a:latin typeface="Arial"/>
                <a:ea typeface="Arial"/>
                <a:cs typeface="Arial"/>
              </a:defRPr>
            </a:lvl4pPr>
            <a:lvl5pPr>
              <a:defRPr sz="2700" b="1">
                <a:solidFill>
                  <a:srgbClr val="205C45"/>
                </a:solidFill>
                <a:latin typeface="Arial"/>
                <a:ea typeface="Arial"/>
                <a:cs typeface="Arial"/>
              </a:defRPr>
            </a:lvl5pPr>
            <a:lvl6pPr>
              <a:defRPr sz="2700" b="1">
                <a:solidFill>
                  <a:srgbClr val="205C45"/>
                </a:solidFill>
                <a:latin typeface="Arial"/>
                <a:ea typeface="Arial"/>
                <a:cs typeface="Arial"/>
              </a:defRPr>
            </a:lvl6pPr>
            <a:lvl7pPr>
              <a:defRPr sz="2700" b="1">
                <a:solidFill>
                  <a:srgbClr val="205C45"/>
                </a:solidFill>
                <a:latin typeface="Arial"/>
                <a:ea typeface="Arial"/>
                <a:cs typeface="Arial"/>
              </a:defRPr>
            </a:lvl7pPr>
            <a:lvl8pPr>
              <a:defRPr sz="2700" b="1">
                <a:solidFill>
                  <a:srgbClr val="205C45"/>
                </a:solidFill>
                <a:latin typeface="Arial"/>
                <a:ea typeface="Arial"/>
                <a:cs typeface="Arial"/>
              </a:defRPr>
            </a:lvl8pPr>
            <a:lvl9pPr>
              <a:defRPr sz="2700" b="1">
                <a:solidFill>
                  <a:srgbClr val="205C45"/>
                </a:solidFill>
                <a:latin typeface="Arial"/>
                <a:ea typeface="Arial"/>
                <a:cs typeface="Arial"/>
              </a:defRPr>
            </a:lvl9pPr>
          </a:lstStyle>
          <a:p xmlns:a="http://schemas.openxmlformats.org/drawingml/2006/main">
            <a:pPr>
              <a:defRPr sz="2700" b="1">
                <a:solidFill>
                  <a:srgbClr val="205C45"/>
                </a:solidFill>
                <a:latin typeface="Arial"/>
                <a:ea typeface="Arial"/>
                <a:cs typeface="Arial"/>
              </a:defRPr>
            </a:pPr>
            <a:r>
              <a:rPr sz="2700" b="1">
                <a:solidFill>
                  <a:srgbClr val="205C45"/>
                </a:solidFill>
                <a:latin typeface="Arial"/>
                <a:ea typeface="Arial"/>
                <a:cs typeface="Arial"/>
              </a:rPr>
              <a:t>Soil moisture</a:t>
            </a:r>
          </a:p>
          <a:p xmlns:a="http://schemas.openxmlformats.org/drawingml/2006/main">
            <a:pPr>
              <a:defRPr sz="2700" b="1">
                <a:solidFill>
                  <a:srgbClr val="205C45"/>
                </a:solidFill>
                <a:latin typeface="Arial"/>
                <a:ea typeface="Arial"/>
                <a:cs typeface="Arial"/>
              </a:defRPr>
            </a:pPr>
            <a:r>
              <a:rPr sz="2700" b="1">
                <a:solidFill>
                  <a:srgbClr val="205C45"/>
                </a:solidFill>
                <a:latin typeface="Arial"/>
                <a:ea typeface="Arial"/>
                <a:cs typeface="Arial"/>
              </a:rPr>
              <a:t>Reservoir level</a:t>
            </a:r>
          </a:p>
          <a:p xmlns:a="http://schemas.openxmlformats.org/drawingml/2006/main">
            <a:r>
              <a:t/>
            </a:r>
          </a:p>
          <a:p xmlns:a="http://schemas.openxmlformats.org/drawingml/2006/main">
            <a:pPr>
              <a:defRPr sz="2700" b="1">
                <a:solidFill>
                  <a:srgbClr val="205C45"/>
                </a:solidFill>
                <a:latin typeface="Arial"/>
                <a:ea typeface="Arial"/>
                <a:cs typeface="Arial"/>
              </a:defRPr>
            </a:pPr>
            <a:r>
              <a:rPr sz="2700" b="1">
                <a:solidFill>
                  <a:srgbClr val="205C45"/>
                </a:solidFill>
                <a:latin typeface="Arial"/>
                <a:ea typeface="Arial"/>
                <a:cs typeface="Arial"/>
              </a:rPr>
              <a:t>Air conditions for context</a:t>
            </a:r>
          </a:p>
        </p:txBody>
      </p:sp>
      <p:sp>
        <p:nvSpPr>
          <p:cNvPr id="6" name="text-5">
            <a:extLst xmlns:a="http://schemas.openxmlformats.org/drawingml/2006/main">
              <a:ext uri="{FF2B5EF4-FFF2-40B4-BE49-F238E27FC236}">
                <a16:creationId xmlns:a16="http://schemas.microsoft.com/office/drawing/2014/main" id="{97A162A0-270C-4705-A102-E4DE1FE58109}"/>
              </a:ext>
            </a:extLst>
          </p:cNvPr>
          <p:cNvSpPr>
            <a:spLocks xmlns:a="http://schemas.openxmlformats.org/drawingml/2006/main" noGrp="1"/>
          </p:cNvSpPr>
          <p:nvPr/>
        </p:nvSpPr>
        <p:spPr>
          <a:xfrm xmlns:a="http://schemas.openxmlformats.org/drawingml/2006/main">
            <a:off x="609600" y="4829175"/>
            <a:ext cx="4524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Automatic or timed watering.</a:t>
            </a:r>
          </a:p>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Optional ventilation control.</a:t>
            </a:r>
          </a:p>
        </p:txBody>
      </p:sp>
      <p:pic>
        <p:nvPicPr>
          <p:cNvPr id="7" name="">
            <a:extLst xmlns:a="http://schemas.openxmlformats.org/drawingml/2006/main">
              <a:ext uri="{FF2B5EF4-FFF2-40B4-BE49-F238E27FC236}">
                <a16:creationId xmlns:a16="http://schemas.microsoft.com/office/drawing/2014/main" id="{64CA4F91-486D-4E5D-9928-FFC80F871DC1}"/>
              </a:ext>
            </a:extLst>
          </p:cNvPr>
          <p:cNvPicPr>
            <a:picLocks xmlns:a="http://schemas.openxmlformats.org/drawingml/2006/main" noChangeAspect="1"/>
          </p:cNvPicPr>
          <p:nvPr/>
        </p:nvPicPr>
        <p:blipFill>
          <a:blip xmlns:r="http://schemas.openxmlformats.org/officeDocument/2006/relationships" xmlns:a="http://schemas.openxmlformats.org/drawingml/2006/main" r:embed="Rabd5f512c55e4fbc"/>
          <a:stretch xmlns:a="http://schemas.openxmlformats.org/drawingml/2006/main"/>
        </p:blipFill>
        <p:spPr>
          <a:xfrm xmlns:a="http://schemas.openxmlformats.org/drawingml/2006/main">
            <a:off x="6055995" y="2028825"/>
            <a:ext cx="4937760" cy="3857625"/>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983D186C-74A3-4232-A383-60A8C7C8E371}"/>
              </a:ext>
            </a:extLst>
          </p:cNvPr>
          <p:cNvSpPr>
            <a:spLocks xmlns:a="http://schemas.openxmlformats.org/drawingml/2006/main" noGrp="1"/>
          </p:cNvSpPr>
          <p:nvPr/>
        </p:nvSpPr>
        <p:spPr>
          <a:xfrm xmlns:a="http://schemas.openxmlformats.org/drawingml/2006/main">
            <a:off x="5905500" y="599122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36C60"/>
                </a:solidFill>
                <a:latin typeface="Arial"/>
                <a:ea typeface="Arial"/>
                <a:cs typeface="Arial"/>
              </a:defRPr>
            </a:defPPr>
            <a:lvl1pPr>
              <a:defRPr sz="1350" b="0">
                <a:solidFill>
                  <a:srgbClr val="536C60"/>
                </a:solidFill>
                <a:latin typeface="Arial"/>
                <a:ea typeface="Arial"/>
                <a:cs typeface="Arial"/>
              </a:defRPr>
            </a:lvl1pPr>
            <a:lvl2pPr>
              <a:defRPr sz="1350" b="0">
                <a:solidFill>
                  <a:srgbClr val="536C60"/>
                </a:solidFill>
                <a:latin typeface="Arial"/>
                <a:ea typeface="Arial"/>
                <a:cs typeface="Arial"/>
              </a:defRPr>
            </a:lvl2pPr>
            <a:lvl3pPr>
              <a:defRPr sz="1350" b="0">
                <a:solidFill>
                  <a:srgbClr val="536C60"/>
                </a:solidFill>
                <a:latin typeface="Arial"/>
                <a:ea typeface="Arial"/>
                <a:cs typeface="Arial"/>
              </a:defRPr>
            </a:lvl3pPr>
            <a:lvl4pPr>
              <a:defRPr sz="1350" b="0">
                <a:solidFill>
                  <a:srgbClr val="536C60"/>
                </a:solidFill>
                <a:latin typeface="Arial"/>
                <a:ea typeface="Arial"/>
                <a:cs typeface="Arial"/>
              </a:defRPr>
            </a:lvl4pPr>
            <a:lvl5pPr>
              <a:defRPr sz="1350" b="0">
                <a:solidFill>
                  <a:srgbClr val="536C60"/>
                </a:solidFill>
                <a:latin typeface="Arial"/>
                <a:ea typeface="Arial"/>
                <a:cs typeface="Arial"/>
              </a:defRPr>
            </a:lvl5pPr>
            <a:lvl6pPr>
              <a:defRPr sz="1350" b="0">
                <a:solidFill>
                  <a:srgbClr val="536C60"/>
                </a:solidFill>
                <a:latin typeface="Arial"/>
                <a:ea typeface="Arial"/>
                <a:cs typeface="Arial"/>
              </a:defRPr>
            </a:lvl6pPr>
            <a:lvl7pPr>
              <a:defRPr sz="1350" b="0">
                <a:solidFill>
                  <a:srgbClr val="536C60"/>
                </a:solidFill>
                <a:latin typeface="Arial"/>
                <a:ea typeface="Arial"/>
                <a:cs typeface="Arial"/>
              </a:defRPr>
            </a:lvl7pPr>
            <a:lvl8pPr>
              <a:defRPr sz="1350" b="0">
                <a:solidFill>
                  <a:srgbClr val="536C60"/>
                </a:solidFill>
                <a:latin typeface="Arial"/>
                <a:ea typeface="Arial"/>
                <a:cs typeface="Arial"/>
              </a:defRPr>
            </a:lvl8pPr>
            <a:lvl9pPr>
              <a:defRPr sz="1350" b="0">
                <a:solidFill>
                  <a:srgbClr val="536C60"/>
                </a:solidFill>
                <a:latin typeface="Arial"/>
                <a:ea typeface="Arial"/>
                <a:cs typeface="Arial"/>
              </a:defRPr>
            </a:lvl9pPr>
          </a:lstStyle>
          <a:p xmlns:a="http://schemas.openxmlformats.org/drawingml/2006/main">
            <a:pPr>
              <a:defRPr sz="1350" b="0">
                <a:solidFill>
                  <a:srgbClr val="536C60"/>
                </a:solidFill>
                <a:latin typeface="Arial"/>
                <a:ea typeface="Arial"/>
                <a:cs typeface="Arial"/>
              </a:defRPr>
            </a:pPr>
            <a:r>
              <a:rPr sz="1350" b="0">
                <a:solidFill>
                  <a:srgbClr val="536C60"/>
                </a:solidFill>
                <a:latin typeface="Arial"/>
                <a:ea typeface="Arial"/>
                <a:cs typeface="Arial"/>
              </a:rPr>
              <a:t>Actual dashboard with simulator data</a:t>
            </a:r>
          </a:p>
        </p:txBody>
      </p:sp>
    </p:spTree>
    <p:extLst>
      <p:ext uri="{BB962C8B-B14F-4D97-AF65-F5344CB8AC3E}">
        <p14:creationId xmlns:p14="http://schemas.microsoft.com/office/powerpoint/2010/main" val="1756634671"/>
      </p:ext>
    </p:extLst>
  </p:cSld>
</p:sld>
</file>

<file path=ppt/slides/slide4.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EF8747DA-D562-4EDC-94E7-43B94091116C}"/>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205C45"/>
                </a:solidFill>
                <a:latin typeface="Arial"/>
                <a:ea typeface="Arial"/>
                <a:cs typeface="Arial"/>
              </a:defRPr>
            </a:defPPr>
            <a:lvl1pPr>
              <a:defRPr sz="1275" b="1">
                <a:solidFill>
                  <a:srgbClr val="205C45"/>
                </a:solidFill>
                <a:latin typeface="Arial"/>
                <a:ea typeface="Arial"/>
                <a:cs typeface="Arial"/>
              </a:defRPr>
            </a:lvl1pPr>
            <a:lvl2pPr>
              <a:defRPr sz="1275" b="1">
                <a:solidFill>
                  <a:srgbClr val="205C45"/>
                </a:solidFill>
                <a:latin typeface="Arial"/>
                <a:ea typeface="Arial"/>
                <a:cs typeface="Arial"/>
              </a:defRPr>
            </a:lvl2pPr>
            <a:lvl3pPr>
              <a:defRPr sz="1275" b="1">
                <a:solidFill>
                  <a:srgbClr val="205C45"/>
                </a:solidFill>
                <a:latin typeface="Arial"/>
                <a:ea typeface="Arial"/>
                <a:cs typeface="Arial"/>
              </a:defRPr>
            </a:lvl3pPr>
            <a:lvl4pPr>
              <a:defRPr sz="1275" b="1">
                <a:solidFill>
                  <a:srgbClr val="205C45"/>
                </a:solidFill>
                <a:latin typeface="Arial"/>
                <a:ea typeface="Arial"/>
                <a:cs typeface="Arial"/>
              </a:defRPr>
            </a:lvl4pPr>
            <a:lvl5pPr>
              <a:defRPr sz="1275" b="1">
                <a:solidFill>
                  <a:srgbClr val="205C45"/>
                </a:solidFill>
                <a:latin typeface="Arial"/>
                <a:ea typeface="Arial"/>
                <a:cs typeface="Arial"/>
              </a:defRPr>
            </a:lvl5pPr>
            <a:lvl6pPr>
              <a:defRPr sz="1275" b="1">
                <a:solidFill>
                  <a:srgbClr val="205C45"/>
                </a:solidFill>
                <a:latin typeface="Arial"/>
                <a:ea typeface="Arial"/>
                <a:cs typeface="Arial"/>
              </a:defRPr>
            </a:lvl6pPr>
            <a:lvl7pPr>
              <a:defRPr sz="1275" b="1">
                <a:solidFill>
                  <a:srgbClr val="205C45"/>
                </a:solidFill>
                <a:latin typeface="Arial"/>
                <a:ea typeface="Arial"/>
                <a:cs typeface="Arial"/>
              </a:defRPr>
            </a:lvl7pPr>
            <a:lvl8pPr>
              <a:defRPr sz="1275" b="1">
                <a:solidFill>
                  <a:srgbClr val="205C45"/>
                </a:solidFill>
                <a:latin typeface="Arial"/>
                <a:ea typeface="Arial"/>
                <a:cs typeface="Arial"/>
              </a:defRPr>
            </a:lvl8pPr>
            <a:lvl9pPr>
              <a:defRPr sz="1275" b="1">
                <a:solidFill>
                  <a:srgbClr val="205C45"/>
                </a:solidFill>
                <a:latin typeface="Arial"/>
                <a:ea typeface="Arial"/>
                <a:cs typeface="Arial"/>
              </a:defRPr>
            </a:lvl9pPr>
          </a:lstStyle>
          <a:p xmlns:a="http://schemas.openxmlformats.org/drawingml/2006/main">
            <a:pPr>
              <a:defRPr sz="1275" b="1">
                <a:solidFill>
                  <a:srgbClr val="205C45"/>
                </a:solidFill>
                <a:latin typeface="Arial"/>
                <a:ea typeface="Arial"/>
                <a:cs typeface="Arial"/>
              </a:defRPr>
            </a:pPr>
            <a:r>
              <a:rPr sz="1275" b="1">
                <a:solidFill>
                  <a:srgbClr val="205C45"/>
                </a:solidFill>
                <a:latin typeface="Arial"/>
                <a:ea typeface="Arial"/>
                <a:cs typeface="Arial"/>
              </a:rPr>
              <a:t>THE EXPERIENCE</a:t>
            </a:r>
          </a:p>
        </p:txBody>
      </p:sp>
      <p:sp>
        <p:nvSpPr>
          <p:cNvPr id="2" name="text-1">
            <a:extLst xmlns:a="http://schemas.openxmlformats.org/drawingml/2006/main">
              <a:ext uri="{FF2B5EF4-FFF2-40B4-BE49-F238E27FC236}">
                <a16:creationId xmlns:a16="http://schemas.microsoft.com/office/drawing/2014/main" id="{91F19371-A777-4BBF-99CD-3E25CD8A347A}"/>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83E32"/>
                </a:solidFill>
                <a:latin typeface="Arial"/>
                <a:ea typeface="Arial"/>
                <a:cs typeface="Arial"/>
              </a:defRPr>
            </a:defPPr>
            <a:lvl1pPr>
              <a:defRPr sz="3450" b="1">
                <a:solidFill>
                  <a:srgbClr val="183E32"/>
                </a:solidFill>
                <a:latin typeface="Arial"/>
                <a:ea typeface="Arial"/>
                <a:cs typeface="Arial"/>
              </a:defRPr>
            </a:lvl1pPr>
            <a:lvl2pPr>
              <a:defRPr sz="3450" b="1">
                <a:solidFill>
                  <a:srgbClr val="183E32"/>
                </a:solidFill>
                <a:latin typeface="Arial"/>
                <a:ea typeface="Arial"/>
                <a:cs typeface="Arial"/>
              </a:defRPr>
            </a:lvl2pPr>
            <a:lvl3pPr>
              <a:defRPr sz="3450" b="1">
                <a:solidFill>
                  <a:srgbClr val="183E32"/>
                </a:solidFill>
                <a:latin typeface="Arial"/>
                <a:ea typeface="Arial"/>
                <a:cs typeface="Arial"/>
              </a:defRPr>
            </a:lvl3pPr>
            <a:lvl4pPr>
              <a:defRPr sz="3450" b="1">
                <a:solidFill>
                  <a:srgbClr val="183E32"/>
                </a:solidFill>
                <a:latin typeface="Arial"/>
                <a:ea typeface="Arial"/>
                <a:cs typeface="Arial"/>
              </a:defRPr>
            </a:lvl4pPr>
            <a:lvl5pPr>
              <a:defRPr sz="3450" b="1">
                <a:solidFill>
                  <a:srgbClr val="183E32"/>
                </a:solidFill>
                <a:latin typeface="Arial"/>
                <a:ea typeface="Arial"/>
                <a:cs typeface="Arial"/>
              </a:defRPr>
            </a:lvl5pPr>
            <a:lvl6pPr>
              <a:defRPr sz="3450" b="1">
                <a:solidFill>
                  <a:srgbClr val="183E32"/>
                </a:solidFill>
                <a:latin typeface="Arial"/>
                <a:ea typeface="Arial"/>
                <a:cs typeface="Arial"/>
              </a:defRPr>
            </a:lvl6pPr>
            <a:lvl7pPr>
              <a:defRPr sz="3450" b="1">
                <a:solidFill>
                  <a:srgbClr val="183E32"/>
                </a:solidFill>
                <a:latin typeface="Arial"/>
                <a:ea typeface="Arial"/>
                <a:cs typeface="Arial"/>
              </a:defRPr>
            </a:lvl7pPr>
            <a:lvl8pPr>
              <a:defRPr sz="3450" b="1">
                <a:solidFill>
                  <a:srgbClr val="183E32"/>
                </a:solidFill>
                <a:latin typeface="Arial"/>
                <a:ea typeface="Arial"/>
                <a:cs typeface="Arial"/>
              </a:defRPr>
            </a:lvl8pPr>
            <a:lvl9pPr>
              <a:defRPr sz="3450" b="1">
                <a:solidFill>
                  <a:srgbClr val="183E32"/>
                </a:solidFill>
                <a:latin typeface="Arial"/>
                <a:ea typeface="Arial"/>
                <a:cs typeface="Arial"/>
              </a:defRPr>
            </a:lvl9pPr>
          </a:lstStyle>
          <a:p xmlns:a="http://schemas.openxmlformats.org/drawingml/2006/main">
            <a:pPr>
              <a:defRPr sz="3450" b="1">
                <a:solidFill>
                  <a:srgbClr val="183E32"/>
                </a:solidFill>
                <a:latin typeface="Arial"/>
                <a:ea typeface="Arial"/>
                <a:cs typeface="Arial"/>
              </a:defRPr>
            </a:pPr>
            <a:r>
              <a:rPr sz="3450" b="1">
                <a:solidFill>
                  <a:srgbClr val="183E32"/>
                </a:solidFill>
                <a:latin typeface="Arial"/>
                <a:ea typeface="Arial"/>
                <a:cs typeface="Arial"/>
              </a:rPr>
              <a:t>A phone becomes the control panel.</a:t>
            </a:r>
          </a:p>
        </p:txBody>
      </p:sp>
      <p:sp>
        <p:nvSpPr>
          <p:cNvPr id="3" name="text-2">
            <a:extLst xmlns:a="http://schemas.openxmlformats.org/drawingml/2006/main">
              <a:ext uri="{FF2B5EF4-FFF2-40B4-BE49-F238E27FC236}">
                <a16:creationId xmlns:a16="http://schemas.microsoft.com/office/drawing/2014/main" id="{FFF56E6F-4EFB-4955-AAA0-DB93E52FD71A}"/>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536C60"/>
                </a:solidFill>
                <a:latin typeface="Arial"/>
                <a:ea typeface="Arial"/>
                <a:cs typeface="Arial"/>
              </a:defRPr>
            </a:defPPr>
            <a:lvl1pPr>
              <a:defRPr sz="975" b="0">
                <a:solidFill>
                  <a:srgbClr val="536C60"/>
                </a:solidFill>
                <a:latin typeface="Arial"/>
                <a:ea typeface="Arial"/>
                <a:cs typeface="Arial"/>
              </a:defRPr>
            </a:lvl1pPr>
            <a:lvl2pPr>
              <a:defRPr sz="975" b="0">
                <a:solidFill>
                  <a:srgbClr val="536C60"/>
                </a:solidFill>
                <a:latin typeface="Arial"/>
                <a:ea typeface="Arial"/>
                <a:cs typeface="Arial"/>
              </a:defRPr>
            </a:lvl2pPr>
            <a:lvl3pPr>
              <a:defRPr sz="975" b="0">
                <a:solidFill>
                  <a:srgbClr val="536C60"/>
                </a:solidFill>
                <a:latin typeface="Arial"/>
                <a:ea typeface="Arial"/>
                <a:cs typeface="Arial"/>
              </a:defRPr>
            </a:lvl3pPr>
            <a:lvl4pPr>
              <a:defRPr sz="975" b="0">
                <a:solidFill>
                  <a:srgbClr val="536C60"/>
                </a:solidFill>
                <a:latin typeface="Arial"/>
                <a:ea typeface="Arial"/>
                <a:cs typeface="Arial"/>
              </a:defRPr>
            </a:lvl4pPr>
            <a:lvl5pPr>
              <a:defRPr sz="975" b="0">
                <a:solidFill>
                  <a:srgbClr val="536C60"/>
                </a:solidFill>
                <a:latin typeface="Arial"/>
                <a:ea typeface="Arial"/>
                <a:cs typeface="Arial"/>
              </a:defRPr>
            </a:lvl5pPr>
            <a:lvl6pPr>
              <a:defRPr sz="975" b="0">
                <a:solidFill>
                  <a:srgbClr val="536C60"/>
                </a:solidFill>
                <a:latin typeface="Arial"/>
                <a:ea typeface="Arial"/>
                <a:cs typeface="Arial"/>
              </a:defRPr>
            </a:lvl6pPr>
            <a:lvl7pPr>
              <a:defRPr sz="975" b="0">
                <a:solidFill>
                  <a:srgbClr val="536C60"/>
                </a:solidFill>
                <a:latin typeface="Arial"/>
                <a:ea typeface="Arial"/>
                <a:cs typeface="Arial"/>
              </a:defRPr>
            </a:lvl7pPr>
            <a:lvl8pPr>
              <a:defRPr sz="975" b="0">
                <a:solidFill>
                  <a:srgbClr val="536C60"/>
                </a:solidFill>
                <a:latin typeface="Arial"/>
                <a:ea typeface="Arial"/>
                <a:cs typeface="Arial"/>
              </a:defRPr>
            </a:lvl8pPr>
            <a:lvl9pPr>
              <a:defRPr sz="975" b="0">
                <a:solidFill>
                  <a:srgbClr val="536C60"/>
                </a:solidFill>
                <a:latin typeface="Arial"/>
                <a:ea typeface="Arial"/>
                <a:cs typeface="Arial"/>
              </a:defRPr>
            </a:lvl9pPr>
          </a:lstStyle>
          <a:p xmlns:a="http://schemas.openxmlformats.org/drawingml/2006/main">
            <a:pPr>
              <a:defRPr sz="975" b="0">
                <a:solidFill>
                  <a:srgbClr val="536C60"/>
                </a:solidFill>
                <a:latin typeface="Arial"/>
                <a:ea typeface="Arial"/>
                <a:cs typeface="Arial"/>
              </a:defRPr>
            </a:pPr>
            <a:r>
              <a:rPr sz="975" b="0">
                <a:solidFill>
                  <a:srgbClr val="536C60"/>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BE767F50-71C1-47BE-B2DB-D71C9DF764F6}"/>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536C60"/>
                </a:solidFill>
                <a:latin typeface="Arial"/>
                <a:ea typeface="Arial"/>
                <a:cs typeface="Arial"/>
              </a:defRPr>
            </a:defPPr>
            <a:lvl1pPr>
              <a:defRPr sz="1050" b="0">
                <a:solidFill>
                  <a:srgbClr val="536C60"/>
                </a:solidFill>
                <a:latin typeface="Arial"/>
                <a:ea typeface="Arial"/>
                <a:cs typeface="Arial"/>
              </a:defRPr>
            </a:lvl1pPr>
            <a:lvl2pPr>
              <a:defRPr sz="1050" b="0">
                <a:solidFill>
                  <a:srgbClr val="536C60"/>
                </a:solidFill>
                <a:latin typeface="Arial"/>
                <a:ea typeface="Arial"/>
                <a:cs typeface="Arial"/>
              </a:defRPr>
            </a:lvl2pPr>
            <a:lvl3pPr>
              <a:defRPr sz="1050" b="0">
                <a:solidFill>
                  <a:srgbClr val="536C60"/>
                </a:solidFill>
                <a:latin typeface="Arial"/>
                <a:ea typeface="Arial"/>
                <a:cs typeface="Arial"/>
              </a:defRPr>
            </a:lvl3pPr>
            <a:lvl4pPr>
              <a:defRPr sz="1050" b="0">
                <a:solidFill>
                  <a:srgbClr val="536C60"/>
                </a:solidFill>
                <a:latin typeface="Arial"/>
                <a:ea typeface="Arial"/>
                <a:cs typeface="Arial"/>
              </a:defRPr>
            </a:lvl4pPr>
            <a:lvl5pPr>
              <a:defRPr sz="1050" b="0">
                <a:solidFill>
                  <a:srgbClr val="536C60"/>
                </a:solidFill>
                <a:latin typeface="Arial"/>
                <a:ea typeface="Arial"/>
                <a:cs typeface="Arial"/>
              </a:defRPr>
            </a:lvl5pPr>
            <a:lvl6pPr>
              <a:defRPr sz="1050" b="0">
                <a:solidFill>
                  <a:srgbClr val="536C60"/>
                </a:solidFill>
                <a:latin typeface="Arial"/>
                <a:ea typeface="Arial"/>
                <a:cs typeface="Arial"/>
              </a:defRPr>
            </a:lvl6pPr>
            <a:lvl7pPr>
              <a:defRPr sz="1050" b="0">
                <a:solidFill>
                  <a:srgbClr val="536C60"/>
                </a:solidFill>
                <a:latin typeface="Arial"/>
                <a:ea typeface="Arial"/>
                <a:cs typeface="Arial"/>
              </a:defRPr>
            </a:lvl7pPr>
            <a:lvl8pPr>
              <a:defRPr sz="1050" b="0">
                <a:solidFill>
                  <a:srgbClr val="536C60"/>
                </a:solidFill>
                <a:latin typeface="Arial"/>
                <a:ea typeface="Arial"/>
                <a:cs typeface="Arial"/>
              </a:defRPr>
            </a:lvl8pPr>
            <a:lvl9pPr>
              <a:defRPr sz="1050" b="0">
                <a:solidFill>
                  <a:srgbClr val="536C60"/>
                </a:solidFill>
                <a:latin typeface="Arial"/>
                <a:ea typeface="Arial"/>
                <a:cs typeface="Arial"/>
              </a:defRPr>
            </a:lvl9pPr>
          </a:lstStyle>
          <a:p xmlns:a="http://schemas.openxmlformats.org/drawingml/2006/main">
            <a:pPr>
              <a:defRPr sz="1050" b="0">
                <a:solidFill>
                  <a:srgbClr val="536C60"/>
                </a:solidFill>
                <a:latin typeface="Arial"/>
                <a:ea typeface="Arial"/>
                <a:cs typeface="Arial"/>
              </a:defRPr>
            </a:pPr>
            <a:r>
              <a:rPr sz="1050" b="0">
                <a:solidFill>
                  <a:srgbClr val="536C60"/>
                </a:solidFill>
                <a:latin typeface="Arial"/>
                <a:ea typeface="Arial"/>
                <a:cs typeface="Arial"/>
              </a:rPr>
              <a:t>04</a:t>
            </a:r>
          </a:p>
        </p:txBody>
      </p:sp>
      <p:sp>
        <p:nvSpPr>
          <p:cNvPr id="5" name="text-4">
            <a:extLst xmlns:a="http://schemas.openxmlformats.org/drawingml/2006/main">
              <a:ext uri="{FF2B5EF4-FFF2-40B4-BE49-F238E27FC236}">
                <a16:creationId xmlns:a16="http://schemas.microsoft.com/office/drawing/2014/main" id="{B8E38B3C-DC21-41FC-A358-2681D7045878}"/>
              </a:ext>
            </a:extLst>
          </p:cNvPr>
          <p:cNvSpPr>
            <a:spLocks xmlns:a="http://schemas.openxmlformats.org/drawingml/2006/main" noGrp="1"/>
          </p:cNvSpPr>
          <p:nvPr/>
        </p:nvSpPr>
        <p:spPr>
          <a:xfrm xmlns:a="http://schemas.openxmlformats.org/drawingml/2006/main">
            <a:off x="609600" y="220027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Check conditions</a:t>
            </a:r>
          </a:p>
        </p:txBody>
      </p:sp>
      <p:sp>
        <p:nvSpPr>
          <p:cNvPr id="6" name="text-5">
            <a:extLst xmlns:a="http://schemas.openxmlformats.org/drawingml/2006/main">
              <a:ext uri="{FF2B5EF4-FFF2-40B4-BE49-F238E27FC236}">
                <a16:creationId xmlns:a16="http://schemas.microsoft.com/office/drawing/2014/main" id="{BE304CC3-A9DE-4968-8CE1-43550B6B1127}"/>
              </a:ext>
            </a:extLst>
          </p:cNvPr>
          <p:cNvSpPr>
            <a:spLocks xmlns:a="http://schemas.openxmlformats.org/drawingml/2006/main" noGrp="1"/>
          </p:cNvSpPr>
          <p:nvPr/>
        </p:nvSpPr>
        <p:spPr>
          <a:xfrm xmlns:a="http://schemas.openxmlformats.org/drawingml/2006/main">
            <a:off x="609600" y="2781300"/>
            <a:ext cx="6191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Read current values and reported output states.</a:t>
            </a:r>
          </a:p>
        </p:txBody>
      </p:sp>
      <p:sp>
        <p:nvSpPr>
          <p:cNvPr id="7" name="text-6">
            <a:extLst xmlns:a="http://schemas.openxmlformats.org/drawingml/2006/main">
              <a:ext uri="{FF2B5EF4-FFF2-40B4-BE49-F238E27FC236}">
                <a16:creationId xmlns:a16="http://schemas.microsoft.com/office/drawing/2014/main" id="{60080373-BEB0-464A-A27C-6DDA52BF50D1}"/>
              </a:ext>
            </a:extLst>
          </p:cNvPr>
          <p:cNvSpPr>
            <a:spLocks xmlns:a="http://schemas.openxmlformats.org/drawingml/2006/main" noGrp="1"/>
          </p:cNvSpPr>
          <p:nvPr/>
        </p:nvSpPr>
        <p:spPr>
          <a:xfrm xmlns:a="http://schemas.openxmlformats.org/drawingml/2006/main">
            <a:off x="609600" y="402907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Choose the response</a:t>
            </a:r>
          </a:p>
        </p:txBody>
      </p:sp>
      <p:sp>
        <p:nvSpPr>
          <p:cNvPr id="8" name="text-7">
            <a:extLst xmlns:a="http://schemas.openxmlformats.org/drawingml/2006/main">
              <a:ext uri="{FF2B5EF4-FFF2-40B4-BE49-F238E27FC236}">
                <a16:creationId xmlns:a16="http://schemas.microsoft.com/office/drawing/2014/main" id="{21EE7EB9-DC4A-48EB-B887-6E0BD98C2CC0}"/>
              </a:ext>
            </a:extLst>
          </p:cNvPr>
          <p:cNvSpPr>
            <a:spLocks xmlns:a="http://schemas.openxmlformats.org/drawingml/2006/main" noGrp="1"/>
          </p:cNvSpPr>
          <p:nvPr/>
        </p:nvSpPr>
        <p:spPr>
          <a:xfrm xmlns:a="http://schemas.openxmlformats.org/drawingml/2006/main">
            <a:off x="609600" y="4610100"/>
            <a:ext cx="6191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Keep soil-based Auto, or run the pump for a limited time.</a:t>
            </a:r>
          </a:p>
        </p:txBody>
      </p:sp>
      <p:pic>
        <p:nvPicPr>
          <p:cNvPr id="9" name="">
            <a:extLst xmlns:a="http://schemas.openxmlformats.org/drawingml/2006/main">
              <a:ext uri="{FF2B5EF4-FFF2-40B4-BE49-F238E27FC236}">
                <a16:creationId xmlns:a16="http://schemas.microsoft.com/office/drawing/2014/main" id="{C53C2E93-70DE-4F1E-86E4-1E30F63FAEBE}"/>
              </a:ext>
            </a:extLst>
          </p:cNvPr>
          <p:cNvPicPr>
            <a:picLocks xmlns:a="http://schemas.openxmlformats.org/drawingml/2006/main" noChangeAspect="1"/>
          </p:cNvPicPr>
          <p:nvPr/>
        </p:nvPicPr>
        <p:blipFill>
          <a:blip xmlns:r="http://schemas.openxmlformats.org/officeDocument/2006/relationships" xmlns:a="http://schemas.openxmlformats.org/drawingml/2006/main" r:embed="R95f671f81c1b4284"/>
          <a:stretch xmlns:a="http://schemas.openxmlformats.org/drawingml/2006/main"/>
        </p:blipFill>
        <p:spPr>
          <a:xfrm xmlns:a="http://schemas.openxmlformats.org/drawingml/2006/main">
            <a:off x="8610566" y="1847850"/>
            <a:ext cx="1914593" cy="4143375"/>
          </a:xfrm>
          <a:prstGeom xmlns:a="http://schemas.openxmlformats.org/drawingml/2006/main" prst="rect">
            <a:avLst/>
          </a:prstGeom>
        </p:spPr>
      </p:pic>
      <p:sp>
        <p:nvSpPr>
          <p:cNvPr id="10" name="text-8">
            <a:extLst xmlns:a="http://schemas.openxmlformats.org/drawingml/2006/main">
              <a:ext uri="{FF2B5EF4-FFF2-40B4-BE49-F238E27FC236}">
                <a16:creationId xmlns:a16="http://schemas.microsoft.com/office/drawing/2014/main" id="{D61BCD2E-8F8B-471F-984A-1FC2ADD3F01A}"/>
              </a:ext>
            </a:extLst>
          </p:cNvPr>
          <p:cNvSpPr>
            <a:spLocks xmlns:a="http://schemas.openxmlformats.org/drawingml/2006/main" noGrp="1"/>
          </p:cNvSpPr>
          <p:nvPr/>
        </p:nvSpPr>
        <p:spPr>
          <a:xfrm xmlns:a="http://schemas.openxmlformats.org/drawingml/2006/main">
            <a:off x="8286750" y="60769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36C60"/>
                </a:solidFill>
                <a:latin typeface="Arial"/>
                <a:ea typeface="Arial"/>
                <a:cs typeface="Arial"/>
              </a:defRPr>
            </a:defPPr>
            <a:lvl1pPr>
              <a:defRPr sz="1350" b="0">
                <a:solidFill>
                  <a:srgbClr val="536C60"/>
                </a:solidFill>
                <a:latin typeface="Arial"/>
                <a:ea typeface="Arial"/>
                <a:cs typeface="Arial"/>
              </a:defRPr>
            </a:lvl1pPr>
            <a:lvl2pPr>
              <a:defRPr sz="1350" b="0">
                <a:solidFill>
                  <a:srgbClr val="536C60"/>
                </a:solidFill>
                <a:latin typeface="Arial"/>
                <a:ea typeface="Arial"/>
                <a:cs typeface="Arial"/>
              </a:defRPr>
            </a:lvl2pPr>
            <a:lvl3pPr>
              <a:defRPr sz="1350" b="0">
                <a:solidFill>
                  <a:srgbClr val="536C60"/>
                </a:solidFill>
                <a:latin typeface="Arial"/>
                <a:ea typeface="Arial"/>
                <a:cs typeface="Arial"/>
              </a:defRPr>
            </a:lvl3pPr>
            <a:lvl4pPr>
              <a:defRPr sz="1350" b="0">
                <a:solidFill>
                  <a:srgbClr val="536C60"/>
                </a:solidFill>
                <a:latin typeface="Arial"/>
                <a:ea typeface="Arial"/>
                <a:cs typeface="Arial"/>
              </a:defRPr>
            </a:lvl4pPr>
            <a:lvl5pPr>
              <a:defRPr sz="1350" b="0">
                <a:solidFill>
                  <a:srgbClr val="536C60"/>
                </a:solidFill>
                <a:latin typeface="Arial"/>
                <a:ea typeface="Arial"/>
                <a:cs typeface="Arial"/>
              </a:defRPr>
            </a:lvl5pPr>
            <a:lvl6pPr>
              <a:defRPr sz="1350" b="0">
                <a:solidFill>
                  <a:srgbClr val="536C60"/>
                </a:solidFill>
                <a:latin typeface="Arial"/>
                <a:ea typeface="Arial"/>
                <a:cs typeface="Arial"/>
              </a:defRPr>
            </a:lvl6pPr>
            <a:lvl7pPr>
              <a:defRPr sz="1350" b="0">
                <a:solidFill>
                  <a:srgbClr val="536C60"/>
                </a:solidFill>
                <a:latin typeface="Arial"/>
                <a:ea typeface="Arial"/>
                <a:cs typeface="Arial"/>
              </a:defRPr>
            </a:lvl7pPr>
            <a:lvl8pPr>
              <a:defRPr sz="1350" b="0">
                <a:solidFill>
                  <a:srgbClr val="536C60"/>
                </a:solidFill>
                <a:latin typeface="Arial"/>
                <a:ea typeface="Arial"/>
                <a:cs typeface="Arial"/>
              </a:defRPr>
            </a:lvl8pPr>
            <a:lvl9pPr>
              <a:defRPr sz="1350" b="0">
                <a:solidFill>
                  <a:srgbClr val="536C60"/>
                </a:solidFill>
                <a:latin typeface="Arial"/>
                <a:ea typeface="Arial"/>
                <a:cs typeface="Arial"/>
              </a:defRPr>
            </a:lvl9pPr>
          </a:lstStyle>
          <a:p xmlns:a="http://schemas.openxmlformats.org/drawingml/2006/main">
            <a:pPr>
              <a:defRPr sz="1350" b="0">
                <a:solidFill>
                  <a:srgbClr val="536C60"/>
                </a:solidFill>
                <a:latin typeface="Arial"/>
                <a:ea typeface="Arial"/>
                <a:cs typeface="Arial"/>
              </a:defRPr>
            </a:pPr>
            <a:r>
              <a:rPr sz="1350" b="0">
                <a:solidFill>
                  <a:srgbClr val="536C60"/>
                </a:solidFill>
                <a:latin typeface="Arial"/>
                <a:ea typeface="Arial"/>
                <a:cs typeface="Arial"/>
              </a:rPr>
              <a:t>Simulator screen</a:t>
            </a:r>
          </a:p>
        </p:txBody>
      </p:sp>
    </p:spTree>
    <p:extLst>
      <p:ext uri="{BB962C8B-B14F-4D97-AF65-F5344CB8AC3E}">
        <p14:creationId xmlns:p14="http://schemas.microsoft.com/office/powerpoint/2010/main" val="957669370"/>
      </p:ext>
    </p:extLst>
  </p:cSld>
</p:sld>
</file>

<file path=ppt/slides/slide5.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00EACE1-C240-47A2-9C22-28B2A9401C12}"/>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205C45"/>
                </a:solidFill>
                <a:latin typeface="Arial"/>
                <a:ea typeface="Arial"/>
                <a:cs typeface="Arial"/>
              </a:defRPr>
            </a:defPPr>
            <a:lvl1pPr>
              <a:defRPr sz="1275" b="1">
                <a:solidFill>
                  <a:srgbClr val="205C45"/>
                </a:solidFill>
                <a:latin typeface="Arial"/>
                <a:ea typeface="Arial"/>
                <a:cs typeface="Arial"/>
              </a:defRPr>
            </a:lvl1pPr>
            <a:lvl2pPr>
              <a:defRPr sz="1275" b="1">
                <a:solidFill>
                  <a:srgbClr val="205C45"/>
                </a:solidFill>
                <a:latin typeface="Arial"/>
                <a:ea typeface="Arial"/>
                <a:cs typeface="Arial"/>
              </a:defRPr>
            </a:lvl2pPr>
            <a:lvl3pPr>
              <a:defRPr sz="1275" b="1">
                <a:solidFill>
                  <a:srgbClr val="205C45"/>
                </a:solidFill>
                <a:latin typeface="Arial"/>
                <a:ea typeface="Arial"/>
                <a:cs typeface="Arial"/>
              </a:defRPr>
            </a:lvl3pPr>
            <a:lvl4pPr>
              <a:defRPr sz="1275" b="1">
                <a:solidFill>
                  <a:srgbClr val="205C45"/>
                </a:solidFill>
                <a:latin typeface="Arial"/>
                <a:ea typeface="Arial"/>
                <a:cs typeface="Arial"/>
              </a:defRPr>
            </a:lvl4pPr>
            <a:lvl5pPr>
              <a:defRPr sz="1275" b="1">
                <a:solidFill>
                  <a:srgbClr val="205C45"/>
                </a:solidFill>
                <a:latin typeface="Arial"/>
                <a:ea typeface="Arial"/>
                <a:cs typeface="Arial"/>
              </a:defRPr>
            </a:lvl5pPr>
            <a:lvl6pPr>
              <a:defRPr sz="1275" b="1">
                <a:solidFill>
                  <a:srgbClr val="205C45"/>
                </a:solidFill>
                <a:latin typeface="Arial"/>
                <a:ea typeface="Arial"/>
                <a:cs typeface="Arial"/>
              </a:defRPr>
            </a:lvl6pPr>
            <a:lvl7pPr>
              <a:defRPr sz="1275" b="1">
                <a:solidFill>
                  <a:srgbClr val="205C45"/>
                </a:solidFill>
                <a:latin typeface="Arial"/>
                <a:ea typeface="Arial"/>
                <a:cs typeface="Arial"/>
              </a:defRPr>
            </a:lvl7pPr>
            <a:lvl8pPr>
              <a:defRPr sz="1275" b="1">
                <a:solidFill>
                  <a:srgbClr val="205C45"/>
                </a:solidFill>
                <a:latin typeface="Arial"/>
                <a:ea typeface="Arial"/>
                <a:cs typeface="Arial"/>
              </a:defRPr>
            </a:lvl8pPr>
            <a:lvl9pPr>
              <a:defRPr sz="1275" b="1">
                <a:solidFill>
                  <a:srgbClr val="205C45"/>
                </a:solidFill>
                <a:latin typeface="Arial"/>
                <a:ea typeface="Arial"/>
                <a:cs typeface="Arial"/>
              </a:defRPr>
            </a:lvl9pPr>
          </a:lstStyle>
          <a:p xmlns:a="http://schemas.openxmlformats.org/drawingml/2006/main">
            <a:pPr>
              <a:defRPr sz="1275" b="1">
                <a:solidFill>
                  <a:srgbClr val="205C45"/>
                </a:solidFill>
                <a:latin typeface="Arial"/>
                <a:ea typeface="Arial"/>
                <a:cs typeface="Arial"/>
              </a:defRPr>
            </a:pPr>
            <a:r>
              <a:rPr sz="1275" b="1">
                <a:solidFill>
                  <a:srgbClr val="205C45"/>
                </a:solidFill>
                <a:latin typeface="Arial"/>
                <a:ea typeface="Arial"/>
                <a:cs typeface="Arial"/>
              </a:rPr>
              <a:t>HOW IT IS BUILT · HARDWARE</a:t>
            </a:r>
          </a:p>
        </p:txBody>
      </p:sp>
      <p:sp>
        <p:nvSpPr>
          <p:cNvPr id="2" name="text-1">
            <a:extLst xmlns:a="http://schemas.openxmlformats.org/drawingml/2006/main">
              <a:ext uri="{FF2B5EF4-FFF2-40B4-BE49-F238E27FC236}">
                <a16:creationId xmlns:a16="http://schemas.microsoft.com/office/drawing/2014/main" id="{1BE19EFA-D3E0-4994-BDB7-AEEA36D251A7}"/>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83E32"/>
                </a:solidFill>
                <a:latin typeface="Arial"/>
                <a:ea typeface="Arial"/>
                <a:cs typeface="Arial"/>
              </a:defRPr>
            </a:defPPr>
            <a:lvl1pPr>
              <a:defRPr sz="3450" b="1">
                <a:solidFill>
                  <a:srgbClr val="183E32"/>
                </a:solidFill>
                <a:latin typeface="Arial"/>
                <a:ea typeface="Arial"/>
                <a:cs typeface="Arial"/>
              </a:defRPr>
            </a:lvl1pPr>
            <a:lvl2pPr>
              <a:defRPr sz="3450" b="1">
                <a:solidFill>
                  <a:srgbClr val="183E32"/>
                </a:solidFill>
                <a:latin typeface="Arial"/>
                <a:ea typeface="Arial"/>
                <a:cs typeface="Arial"/>
              </a:defRPr>
            </a:lvl2pPr>
            <a:lvl3pPr>
              <a:defRPr sz="3450" b="1">
                <a:solidFill>
                  <a:srgbClr val="183E32"/>
                </a:solidFill>
                <a:latin typeface="Arial"/>
                <a:ea typeface="Arial"/>
                <a:cs typeface="Arial"/>
              </a:defRPr>
            </a:lvl3pPr>
            <a:lvl4pPr>
              <a:defRPr sz="3450" b="1">
                <a:solidFill>
                  <a:srgbClr val="183E32"/>
                </a:solidFill>
                <a:latin typeface="Arial"/>
                <a:ea typeface="Arial"/>
                <a:cs typeface="Arial"/>
              </a:defRPr>
            </a:lvl4pPr>
            <a:lvl5pPr>
              <a:defRPr sz="3450" b="1">
                <a:solidFill>
                  <a:srgbClr val="183E32"/>
                </a:solidFill>
                <a:latin typeface="Arial"/>
                <a:ea typeface="Arial"/>
                <a:cs typeface="Arial"/>
              </a:defRPr>
            </a:lvl5pPr>
            <a:lvl6pPr>
              <a:defRPr sz="3450" b="1">
                <a:solidFill>
                  <a:srgbClr val="183E32"/>
                </a:solidFill>
                <a:latin typeface="Arial"/>
                <a:ea typeface="Arial"/>
                <a:cs typeface="Arial"/>
              </a:defRPr>
            </a:lvl6pPr>
            <a:lvl7pPr>
              <a:defRPr sz="3450" b="1">
                <a:solidFill>
                  <a:srgbClr val="183E32"/>
                </a:solidFill>
                <a:latin typeface="Arial"/>
                <a:ea typeface="Arial"/>
                <a:cs typeface="Arial"/>
              </a:defRPr>
            </a:lvl7pPr>
            <a:lvl8pPr>
              <a:defRPr sz="3450" b="1">
                <a:solidFill>
                  <a:srgbClr val="183E32"/>
                </a:solidFill>
                <a:latin typeface="Arial"/>
                <a:ea typeface="Arial"/>
                <a:cs typeface="Arial"/>
              </a:defRPr>
            </a:lvl8pPr>
            <a:lvl9pPr>
              <a:defRPr sz="3450" b="1">
                <a:solidFill>
                  <a:srgbClr val="183E32"/>
                </a:solidFill>
                <a:latin typeface="Arial"/>
                <a:ea typeface="Arial"/>
                <a:cs typeface="Arial"/>
              </a:defRPr>
            </a:lvl9pPr>
          </a:lstStyle>
          <a:p xmlns:a="http://schemas.openxmlformats.org/drawingml/2006/main">
            <a:pPr>
              <a:defRPr sz="3450" b="1">
                <a:solidFill>
                  <a:srgbClr val="183E32"/>
                </a:solidFill>
                <a:latin typeface="Arial"/>
                <a:ea typeface="Arial"/>
                <a:cs typeface="Arial"/>
              </a:defRPr>
            </a:pPr>
            <a:r>
              <a:rPr sz="3450" b="1">
                <a:solidFill>
                  <a:srgbClr val="183E32"/>
                </a:solidFill>
                <a:latin typeface="Arial"/>
                <a:ea typeface="Arial"/>
                <a:cs typeface="Arial"/>
              </a:rPr>
              <a:t>One Arduino connects sensing and action.</a:t>
            </a:r>
          </a:p>
        </p:txBody>
      </p:sp>
      <p:sp>
        <p:nvSpPr>
          <p:cNvPr id="3" name="text-2">
            <a:extLst xmlns:a="http://schemas.openxmlformats.org/drawingml/2006/main">
              <a:ext uri="{FF2B5EF4-FFF2-40B4-BE49-F238E27FC236}">
                <a16:creationId xmlns:a16="http://schemas.microsoft.com/office/drawing/2014/main" id="{FA808D29-2F41-4F25-9D80-D3A4AD0D9865}"/>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536C60"/>
                </a:solidFill>
                <a:latin typeface="Arial"/>
                <a:ea typeface="Arial"/>
                <a:cs typeface="Arial"/>
              </a:defRPr>
            </a:defPPr>
            <a:lvl1pPr>
              <a:defRPr sz="975" b="0">
                <a:solidFill>
                  <a:srgbClr val="536C60"/>
                </a:solidFill>
                <a:latin typeface="Arial"/>
                <a:ea typeface="Arial"/>
                <a:cs typeface="Arial"/>
              </a:defRPr>
            </a:lvl1pPr>
            <a:lvl2pPr>
              <a:defRPr sz="975" b="0">
                <a:solidFill>
                  <a:srgbClr val="536C60"/>
                </a:solidFill>
                <a:latin typeface="Arial"/>
                <a:ea typeface="Arial"/>
                <a:cs typeface="Arial"/>
              </a:defRPr>
            </a:lvl2pPr>
            <a:lvl3pPr>
              <a:defRPr sz="975" b="0">
                <a:solidFill>
                  <a:srgbClr val="536C60"/>
                </a:solidFill>
                <a:latin typeface="Arial"/>
                <a:ea typeface="Arial"/>
                <a:cs typeface="Arial"/>
              </a:defRPr>
            </a:lvl3pPr>
            <a:lvl4pPr>
              <a:defRPr sz="975" b="0">
                <a:solidFill>
                  <a:srgbClr val="536C60"/>
                </a:solidFill>
                <a:latin typeface="Arial"/>
                <a:ea typeface="Arial"/>
                <a:cs typeface="Arial"/>
              </a:defRPr>
            </a:lvl4pPr>
            <a:lvl5pPr>
              <a:defRPr sz="975" b="0">
                <a:solidFill>
                  <a:srgbClr val="536C60"/>
                </a:solidFill>
                <a:latin typeface="Arial"/>
                <a:ea typeface="Arial"/>
                <a:cs typeface="Arial"/>
              </a:defRPr>
            </a:lvl5pPr>
            <a:lvl6pPr>
              <a:defRPr sz="975" b="0">
                <a:solidFill>
                  <a:srgbClr val="536C60"/>
                </a:solidFill>
                <a:latin typeface="Arial"/>
                <a:ea typeface="Arial"/>
                <a:cs typeface="Arial"/>
              </a:defRPr>
            </a:lvl6pPr>
            <a:lvl7pPr>
              <a:defRPr sz="975" b="0">
                <a:solidFill>
                  <a:srgbClr val="536C60"/>
                </a:solidFill>
                <a:latin typeface="Arial"/>
                <a:ea typeface="Arial"/>
                <a:cs typeface="Arial"/>
              </a:defRPr>
            </a:lvl7pPr>
            <a:lvl8pPr>
              <a:defRPr sz="975" b="0">
                <a:solidFill>
                  <a:srgbClr val="536C60"/>
                </a:solidFill>
                <a:latin typeface="Arial"/>
                <a:ea typeface="Arial"/>
                <a:cs typeface="Arial"/>
              </a:defRPr>
            </a:lvl8pPr>
            <a:lvl9pPr>
              <a:defRPr sz="975" b="0">
                <a:solidFill>
                  <a:srgbClr val="536C60"/>
                </a:solidFill>
                <a:latin typeface="Arial"/>
                <a:ea typeface="Arial"/>
                <a:cs typeface="Arial"/>
              </a:defRPr>
            </a:lvl9pPr>
          </a:lstStyle>
          <a:p xmlns:a="http://schemas.openxmlformats.org/drawingml/2006/main">
            <a:pPr>
              <a:defRPr sz="975" b="0">
                <a:solidFill>
                  <a:srgbClr val="536C60"/>
                </a:solidFill>
                <a:latin typeface="Arial"/>
                <a:ea typeface="Arial"/>
                <a:cs typeface="Arial"/>
              </a:defRPr>
            </a:pPr>
            <a:r>
              <a:rPr sz="975" b="0">
                <a:solidFill>
                  <a:srgbClr val="536C60"/>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19A0DB83-6F53-44BA-8433-DB32FA14661F}"/>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536C60"/>
                </a:solidFill>
                <a:latin typeface="Arial"/>
                <a:ea typeface="Arial"/>
                <a:cs typeface="Arial"/>
              </a:defRPr>
            </a:defPPr>
            <a:lvl1pPr>
              <a:defRPr sz="1050" b="0">
                <a:solidFill>
                  <a:srgbClr val="536C60"/>
                </a:solidFill>
                <a:latin typeface="Arial"/>
                <a:ea typeface="Arial"/>
                <a:cs typeface="Arial"/>
              </a:defRPr>
            </a:lvl1pPr>
            <a:lvl2pPr>
              <a:defRPr sz="1050" b="0">
                <a:solidFill>
                  <a:srgbClr val="536C60"/>
                </a:solidFill>
                <a:latin typeface="Arial"/>
                <a:ea typeface="Arial"/>
                <a:cs typeface="Arial"/>
              </a:defRPr>
            </a:lvl2pPr>
            <a:lvl3pPr>
              <a:defRPr sz="1050" b="0">
                <a:solidFill>
                  <a:srgbClr val="536C60"/>
                </a:solidFill>
                <a:latin typeface="Arial"/>
                <a:ea typeface="Arial"/>
                <a:cs typeface="Arial"/>
              </a:defRPr>
            </a:lvl3pPr>
            <a:lvl4pPr>
              <a:defRPr sz="1050" b="0">
                <a:solidFill>
                  <a:srgbClr val="536C60"/>
                </a:solidFill>
                <a:latin typeface="Arial"/>
                <a:ea typeface="Arial"/>
                <a:cs typeface="Arial"/>
              </a:defRPr>
            </a:lvl4pPr>
            <a:lvl5pPr>
              <a:defRPr sz="1050" b="0">
                <a:solidFill>
                  <a:srgbClr val="536C60"/>
                </a:solidFill>
                <a:latin typeface="Arial"/>
                <a:ea typeface="Arial"/>
                <a:cs typeface="Arial"/>
              </a:defRPr>
            </a:lvl5pPr>
            <a:lvl6pPr>
              <a:defRPr sz="1050" b="0">
                <a:solidFill>
                  <a:srgbClr val="536C60"/>
                </a:solidFill>
                <a:latin typeface="Arial"/>
                <a:ea typeface="Arial"/>
                <a:cs typeface="Arial"/>
              </a:defRPr>
            </a:lvl6pPr>
            <a:lvl7pPr>
              <a:defRPr sz="1050" b="0">
                <a:solidFill>
                  <a:srgbClr val="536C60"/>
                </a:solidFill>
                <a:latin typeface="Arial"/>
                <a:ea typeface="Arial"/>
                <a:cs typeface="Arial"/>
              </a:defRPr>
            </a:lvl7pPr>
            <a:lvl8pPr>
              <a:defRPr sz="1050" b="0">
                <a:solidFill>
                  <a:srgbClr val="536C60"/>
                </a:solidFill>
                <a:latin typeface="Arial"/>
                <a:ea typeface="Arial"/>
                <a:cs typeface="Arial"/>
              </a:defRPr>
            </a:lvl8pPr>
            <a:lvl9pPr>
              <a:defRPr sz="1050" b="0">
                <a:solidFill>
                  <a:srgbClr val="536C60"/>
                </a:solidFill>
                <a:latin typeface="Arial"/>
                <a:ea typeface="Arial"/>
                <a:cs typeface="Arial"/>
              </a:defRPr>
            </a:lvl9pPr>
          </a:lstStyle>
          <a:p xmlns:a="http://schemas.openxmlformats.org/drawingml/2006/main">
            <a:pPr>
              <a:defRPr sz="1050" b="0">
                <a:solidFill>
                  <a:srgbClr val="536C60"/>
                </a:solidFill>
                <a:latin typeface="Arial"/>
                <a:ea typeface="Arial"/>
                <a:cs typeface="Arial"/>
              </a:defRPr>
            </a:pPr>
            <a:r>
              <a:rPr sz="1050" b="0">
                <a:solidFill>
                  <a:srgbClr val="536C60"/>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1E4FC9B1-DE56-433D-9373-AC4F1894F328}"/>
              </a:ext>
            </a:extLst>
          </p:cNvPr>
          <p:cNvGraphicFramePr/>
          <p:nvPr/>
        </p:nvGraphicFramePr>
        <p:xfrm>
          <a:off xmlns:a="http://schemas.openxmlformats.org/drawingml/2006/main" x="609600" y="2143125"/>
          <a:ext xmlns:a="http://schemas.openxmlformats.org/drawingml/2006/main" cx="10972800" cy="3752850"/>
        </p:xfrm>
        <a:graphic xmlns:a="http://schemas.openxmlformats.org/drawingml/2006/main">
          <a:graphicData uri="http://schemas.openxmlformats.org/drawingml/2006/table">
            <a:tbl>
              <a:tblPr/>
              <a:tblGrid>
                <a:gridCol w="3238500"/>
                <a:gridCol w="5095875"/>
                <a:gridCol w="2638425"/>
              </a:tblGrid>
              <a:tr h="625475">
                <a:tc>
                  <a:txBody>
                    <a:bodyPr/>
                    <a:lstStyle/>
                    <a:p>
                      <a:r>
                        <a:rPr sz="1725" b="1">
                          <a:solidFill>
                            <a:srgbClr val="FFFFFF"/>
                          </a:solidFill>
                          <a:latin typeface="Arial"/>
                          <a:ea typeface="Arial"/>
                          <a:cs typeface="Arial"/>
                        </a:rPr>
                        <a:t>Component</a:t>
                      </a:r>
                    </a:p>
                  </a:txBody>
                  <a:tcPr marL="91440" marR="91440" marT="45720" marB="45720">
                    <a:solidFill>
                      <a:srgbClr val="205C45"/>
                    </a:solidFill>
                  </a:tcPr>
                </a:tc>
                <a:tc>
                  <a:txBody>
                    <a:bodyPr/>
                    <a:lstStyle/>
                    <a:p>
                      <a:r>
                        <a:rPr sz="1725" b="1">
                          <a:solidFill>
                            <a:srgbClr val="FFFFFF"/>
                          </a:solidFill>
                          <a:latin typeface="Arial"/>
                          <a:ea typeface="Arial"/>
                          <a:cs typeface="Arial"/>
                        </a:rPr>
                        <a:t>Role</a:t>
                      </a:r>
                    </a:p>
                  </a:txBody>
                  <a:tcPr marL="91440" marR="91440" marT="45720" marB="45720">
                    <a:solidFill>
                      <a:srgbClr val="205C45"/>
                    </a:solidFill>
                  </a:tcPr>
                </a:tc>
                <a:tc>
                  <a:txBody>
                    <a:bodyPr/>
                    <a:lstStyle/>
                    <a:p>
                      <a:r>
                        <a:rPr sz="1725" b="1">
                          <a:solidFill>
                            <a:srgbClr val="FFFFFF"/>
                          </a:solidFill>
                          <a:latin typeface="Arial"/>
                          <a:ea typeface="Arial"/>
                          <a:cs typeface="Arial"/>
                        </a:rPr>
                        <a:t>Connection</a:t>
                      </a:r>
                    </a:p>
                  </a:txBody>
                  <a:tcPr marL="91440" marR="91440" marT="45720" marB="45720">
                    <a:solidFill>
                      <a:srgbClr val="205C45"/>
                    </a:solidFill>
                  </a:tcPr>
                </a:tc>
              </a:tr>
              <a:tr h="625475">
                <a:tc>
                  <a:txBody>
                    <a:bodyPr/>
                    <a:lstStyle/>
                    <a:p>
                      <a:r>
                        <a:rPr sz="1650" b="0">
                          <a:solidFill>
                            <a:srgbClr val="183E32"/>
                          </a:solidFill>
                          <a:latin typeface="Arial"/>
                          <a:ea typeface="Arial"/>
                          <a:cs typeface="Arial"/>
                        </a:rPr>
                        <a:t>Soil + reservoir sensors</a:t>
                      </a:r>
                    </a:p>
                  </a:txBody>
                  <a:tcPr marL="91440" marR="91440" marT="45720" marB="45720">
                    <a:solidFill>
                      <a:srgbClr val="FFFFFF"/>
                    </a:solidFill>
                  </a:tcPr>
                </a:tc>
                <a:tc>
                  <a:txBody>
                    <a:bodyPr/>
                    <a:lstStyle/>
                    <a:p>
                      <a:r>
                        <a:rPr sz="1650" b="0">
                          <a:solidFill>
                            <a:srgbClr val="183E32"/>
                          </a:solidFill>
                          <a:latin typeface="Arial"/>
                          <a:ea typeface="Arial"/>
                          <a:cs typeface="Arial"/>
                        </a:rPr>
                        <a:t>Measure moisture and available water</a:t>
                      </a:r>
                    </a:p>
                  </a:txBody>
                  <a:tcPr marL="91440" marR="91440" marT="45720" marB="45720">
                    <a:solidFill>
                      <a:srgbClr val="FFFFFF"/>
                    </a:solidFill>
                  </a:tcPr>
                </a:tc>
                <a:tc>
                  <a:txBody>
                    <a:bodyPr/>
                    <a:lstStyle/>
                    <a:p>
                      <a:r>
                        <a:rPr sz="1650" b="0">
                          <a:solidFill>
                            <a:srgbClr val="183E32"/>
                          </a:solidFill>
                          <a:latin typeface="Arial"/>
                          <a:ea typeface="Arial"/>
                          <a:cs typeface="Arial"/>
                        </a:rPr>
                        <a:t>A0 + A1</a:t>
                      </a:r>
                    </a:p>
                  </a:txBody>
                  <a:tcPr marL="91440" marR="91440" marT="45720" marB="45720">
                    <a:solidFill>
                      <a:srgbClr val="FFFFFF"/>
                    </a:solidFill>
                  </a:tcPr>
                </a:tc>
              </a:tr>
              <a:tr h="625475">
                <a:tc>
                  <a:txBody>
                    <a:bodyPr/>
                    <a:lstStyle/>
                    <a:p>
                      <a:r>
                        <a:rPr sz="1650" b="0">
                          <a:solidFill>
                            <a:srgbClr val="183E32"/>
                          </a:solidFill>
                          <a:latin typeface="Arial"/>
                          <a:ea typeface="Arial"/>
                          <a:cs typeface="Arial"/>
                        </a:rPr>
                        <a:t>DHT11</a:t>
                      </a:r>
                    </a:p>
                  </a:txBody>
                  <a:tcPr marL="91440" marR="91440" marT="45720" marB="45720">
                    <a:solidFill>
                      <a:srgbClr val="F5F7F0"/>
                    </a:solidFill>
                  </a:tcPr>
                </a:tc>
                <a:tc>
                  <a:txBody>
                    <a:bodyPr/>
                    <a:lstStyle/>
                    <a:p>
                      <a:r>
                        <a:rPr sz="1650" b="0">
                          <a:solidFill>
                            <a:srgbClr val="183E32"/>
                          </a:solidFill>
                          <a:latin typeface="Arial"/>
                          <a:ea typeface="Arial"/>
                          <a:cs typeface="Arial"/>
                        </a:rPr>
                        <a:t>Measure temperature and humidity</a:t>
                      </a:r>
                    </a:p>
                  </a:txBody>
                  <a:tcPr marL="91440" marR="91440" marT="45720" marB="45720">
                    <a:solidFill>
                      <a:srgbClr val="F5F7F0"/>
                    </a:solidFill>
                  </a:tcPr>
                </a:tc>
                <a:tc>
                  <a:txBody>
                    <a:bodyPr/>
                    <a:lstStyle/>
                    <a:p>
                      <a:r>
                        <a:rPr sz="1650" b="0">
                          <a:solidFill>
                            <a:srgbClr val="183E32"/>
                          </a:solidFill>
                          <a:latin typeface="Arial"/>
                          <a:ea typeface="Arial"/>
                          <a:cs typeface="Arial"/>
                        </a:rPr>
                        <a:t>A2</a:t>
                      </a:r>
                    </a:p>
                  </a:txBody>
                  <a:tcPr marL="91440" marR="91440" marT="45720" marB="45720">
                    <a:solidFill>
                      <a:srgbClr val="F5F7F0"/>
                    </a:solidFill>
                  </a:tcPr>
                </a:tc>
              </a:tr>
              <a:tr h="625475">
                <a:tc>
                  <a:txBody>
                    <a:bodyPr/>
                    <a:lstStyle/>
                    <a:p>
                      <a:r>
                        <a:rPr sz="1650" b="0">
                          <a:solidFill>
                            <a:srgbClr val="183E32"/>
                          </a:solidFill>
                          <a:latin typeface="Arial"/>
                          <a:ea typeface="Arial"/>
                          <a:cs typeface="Arial"/>
                        </a:rPr>
                        <a:t>Ventilation fan</a:t>
                      </a:r>
                    </a:p>
                  </a:txBody>
                  <a:tcPr marL="91440" marR="91440" marT="45720" marB="45720">
                    <a:solidFill>
                      <a:srgbClr val="FFFFFF"/>
                    </a:solidFill>
                  </a:tcPr>
                </a:tc>
                <a:tc>
                  <a:txBody>
                    <a:bodyPr/>
                    <a:lstStyle/>
                    <a:p>
                      <a:r>
                        <a:rPr sz="1650" b="0">
                          <a:solidFill>
                            <a:srgbClr val="183E32"/>
                          </a:solidFill>
                          <a:latin typeface="Arial"/>
                          <a:ea typeface="Arial"/>
                          <a:cs typeface="Arial"/>
                        </a:rPr>
                        <a:t>Optional air circulation</a:t>
                      </a:r>
                    </a:p>
                  </a:txBody>
                  <a:tcPr marL="91440" marR="91440" marT="45720" marB="45720">
                    <a:solidFill>
                      <a:srgbClr val="FFFFFF"/>
                    </a:solidFill>
                  </a:tcPr>
                </a:tc>
                <a:tc>
                  <a:txBody>
                    <a:bodyPr/>
                    <a:lstStyle/>
                    <a:p>
                      <a:r>
                        <a:rPr sz="1650" b="0">
                          <a:solidFill>
                            <a:srgbClr val="183E32"/>
                          </a:solidFill>
                          <a:latin typeface="Arial"/>
                          <a:ea typeface="Arial"/>
                          <a:cs typeface="Arial"/>
                        </a:rPr>
                        <a:t>D5 · MOSFET</a:t>
                      </a:r>
                    </a:p>
                  </a:txBody>
                  <a:tcPr marL="91440" marR="91440" marT="45720" marB="45720">
                    <a:solidFill>
                      <a:srgbClr val="FFFFFF"/>
                    </a:solidFill>
                  </a:tcPr>
                </a:tc>
              </a:tr>
              <a:tr h="625475">
                <a:tc>
                  <a:txBody>
                    <a:bodyPr/>
                    <a:lstStyle/>
                    <a:p>
                      <a:r>
                        <a:rPr sz="1650" b="0">
                          <a:solidFill>
                            <a:srgbClr val="183E32"/>
                          </a:solidFill>
                          <a:latin typeface="Arial"/>
                          <a:ea typeface="Arial"/>
                          <a:cs typeface="Arial"/>
                        </a:rPr>
                        <a:t>Irrigation pump</a:t>
                      </a:r>
                    </a:p>
                  </a:txBody>
                  <a:tcPr marL="91440" marR="91440" marT="45720" marB="45720">
                    <a:solidFill>
                      <a:srgbClr val="F5F7F0"/>
                    </a:solidFill>
                  </a:tcPr>
                </a:tc>
                <a:tc>
                  <a:txBody>
                    <a:bodyPr/>
                    <a:lstStyle/>
                    <a:p>
                      <a:r>
                        <a:rPr sz="1650" b="0">
                          <a:solidFill>
                            <a:srgbClr val="183E32"/>
                          </a:solidFill>
                          <a:latin typeface="Arial"/>
                          <a:ea typeface="Arial"/>
                          <a:cs typeface="Arial"/>
                        </a:rPr>
                        <a:t>Water the soil</a:t>
                      </a:r>
                    </a:p>
                  </a:txBody>
                  <a:tcPr marL="91440" marR="91440" marT="45720" marB="45720">
                    <a:solidFill>
                      <a:srgbClr val="F5F7F0"/>
                    </a:solidFill>
                  </a:tcPr>
                </a:tc>
                <a:tc>
                  <a:txBody>
                    <a:bodyPr/>
                    <a:lstStyle/>
                    <a:p>
                      <a:r>
                        <a:rPr sz="1650" b="0">
                          <a:solidFill>
                            <a:srgbClr val="183E32"/>
                          </a:solidFill>
                          <a:latin typeface="Arial"/>
                          <a:ea typeface="Arial"/>
                          <a:cs typeface="Arial"/>
                        </a:rPr>
                        <a:t>D8 · relay</a:t>
                      </a:r>
                    </a:p>
                  </a:txBody>
                  <a:tcPr marL="91440" marR="91440" marT="45720" marB="45720">
                    <a:solidFill>
                      <a:srgbClr val="F5F7F0"/>
                    </a:solidFill>
                  </a:tcPr>
                </a:tc>
              </a:tr>
              <a:tr h="625475">
                <a:tc>
                  <a:txBody>
                    <a:bodyPr/>
                    <a:lstStyle/>
                    <a:p>
                      <a:r>
                        <a:rPr sz="1650" b="0">
                          <a:solidFill>
                            <a:srgbClr val="183E32"/>
                          </a:solidFill>
                          <a:latin typeface="Arial"/>
                          <a:ea typeface="Arial"/>
                          <a:cs typeface="Arial"/>
                        </a:rPr>
                        <a:t>OLED display</a:t>
                      </a:r>
                    </a:p>
                  </a:txBody>
                  <a:tcPr marL="91440" marR="91440" marT="45720" marB="45720">
                    <a:solidFill>
                      <a:srgbClr val="FFFFFF"/>
                    </a:solidFill>
                  </a:tcPr>
                </a:tc>
                <a:tc>
                  <a:txBody>
                    <a:bodyPr/>
                    <a:lstStyle/>
                    <a:p>
                      <a:r>
                        <a:rPr sz="1650" b="0">
                          <a:solidFill>
                            <a:srgbClr val="183E32"/>
                          </a:solidFill>
                          <a:latin typeface="Arial"/>
                          <a:ea typeface="Arial"/>
                          <a:cs typeface="Arial"/>
                        </a:rPr>
                        <a:t>Show readings locally</a:t>
                      </a:r>
                    </a:p>
                  </a:txBody>
                  <a:tcPr marL="91440" marR="91440" marT="45720" marB="45720">
                    <a:solidFill>
                      <a:srgbClr val="FFFFFF"/>
                    </a:solidFill>
                  </a:tcPr>
                </a:tc>
                <a:tc>
                  <a:txBody>
                    <a:bodyPr/>
                    <a:lstStyle/>
                    <a:p>
                      <a:r>
                        <a:rPr sz="1650" b="0">
                          <a:solidFill>
                            <a:srgbClr val="183E32"/>
                          </a:solidFill>
                          <a:latin typeface="Arial"/>
                          <a:ea typeface="Arial"/>
                          <a:cs typeface="Arial"/>
                        </a:rPr>
                        <a:t>I²C · 0x3C</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70255759"/>
      </p:ext>
    </p:extLst>
  </p:cSld>
</p:sld>
</file>

<file path=ppt/slides/slide6.xml><?xml version="1.0" encoding="utf-8"?>
<p:sld xmlns:p="http://schemas.openxmlformats.org/presentationml/2006/main">
  <p:cSld>
    <p:bg>
      <p:bgPr>
        <a:solidFill xmlns:a="http://schemas.openxmlformats.org/drawingml/2006/main">
          <a:srgbClr val="143B30"/>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AD770CE4-1CBD-4DB5-B5DB-0399C8C6A6AC}"/>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CDE5AA"/>
                </a:solidFill>
                <a:latin typeface="Arial"/>
                <a:ea typeface="Arial"/>
                <a:cs typeface="Arial"/>
              </a:defRPr>
            </a:defPPr>
            <a:lvl1pPr>
              <a:defRPr sz="1275" b="1">
                <a:solidFill>
                  <a:srgbClr val="CDE5AA"/>
                </a:solidFill>
                <a:latin typeface="Arial"/>
                <a:ea typeface="Arial"/>
                <a:cs typeface="Arial"/>
              </a:defRPr>
            </a:lvl1pPr>
            <a:lvl2pPr>
              <a:defRPr sz="1275" b="1">
                <a:solidFill>
                  <a:srgbClr val="CDE5AA"/>
                </a:solidFill>
                <a:latin typeface="Arial"/>
                <a:ea typeface="Arial"/>
                <a:cs typeface="Arial"/>
              </a:defRPr>
            </a:lvl2pPr>
            <a:lvl3pPr>
              <a:defRPr sz="1275" b="1">
                <a:solidFill>
                  <a:srgbClr val="CDE5AA"/>
                </a:solidFill>
                <a:latin typeface="Arial"/>
                <a:ea typeface="Arial"/>
                <a:cs typeface="Arial"/>
              </a:defRPr>
            </a:lvl3pPr>
            <a:lvl4pPr>
              <a:defRPr sz="1275" b="1">
                <a:solidFill>
                  <a:srgbClr val="CDE5AA"/>
                </a:solidFill>
                <a:latin typeface="Arial"/>
                <a:ea typeface="Arial"/>
                <a:cs typeface="Arial"/>
              </a:defRPr>
            </a:lvl4pPr>
            <a:lvl5pPr>
              <a:defRPr sz="1275" b="1">
                <a:solidFill>
                  <a:srgbClr val="CDE5AA"/>
                </a:solidFill>
                <a:latin typeface="Arial"/>
                <a:ea typeface="Arial"/>
                <a:cs typeface="Arial"/>
              </a:defRPr>
            </a:lvl5pPr>
            <a:lvl6pPr>
              <a:defRPr sz="1275" b="1">
                <a:solidFill>
                  <a:srgbClr val="CDE5AA"/>
                </a:solidFill>
                <a:latin typeface="Arial"/>
                <a:ea typeface="Arial"/>
                <a:cs typeface="Arial"/>
              </a:defRPr>
            </a:lvl6pPr>
            <a:lvl7pPr>
              <a:defRPr sz="1275" b="1">
                <a:solidFill>
                  <a:srgbClr val="CDE5AA"/>
                </a:solidFill>
                <a:latin typeface="Arial"/>
                <a:ea typeface="Arial"/>
                <a:cs typeface="Arial"/>
              </a:defRPr>
            </a:lvl7pPr>
            <a:lvl8pPr>
              <a:defRPr sz="1275" b="1">
                <a:solidFill>
                  <a:srgbClr val="CDE5AA"/>
                </a:solidFill>
                <a:latin typeface="Arial"/>
                <a:ea typeface="Arial"/>
                <a:cs typeface="Arial"/>
              </a:defRPr>
            </a:lvl8pPr>
            <a:lvl9pPr>
              <a:defRPr sz="1275" b="1">
                <a:solidFill>
                  <a:srgbClr val="CDE5AA"/>
                </a:solidFill>
                <a:latin typeface="Arial"/>
                <a:ea typeface="Arial"/>
                <a:cs typeface="Arial"/>
              </a:defRPr>
            </a:lvl9pPr>
          </a:lstStyle>
          <a:p xmlns:a="http://schemas.openxmlformats.org/drawingml/2006/main">
            <a:pPr>
              <a:defRPr sz="1275" b="1">
                <a:solidFill>
                  <a:srgbClr val="CDE5AA"/>
                </a:solidFill>
                <a:latin typeface="Arial"/>
                <a:ea typeface="Arial"/>
                <a:cs typeface="Arial"/>
              </a:defRPr>
            </a:pPr>
            <a:r>
              <a:rPr sz="1275" b="1">
                <a:solidFill>
                  <a:srgbClr val="CDE5AA"/>
                </a:solidFill>
                <a:latin typeface="Arial"/>
                <a:ea typeface="Arial"/>
                <a:cs typeface="Arial"/>
              </a:rPr>
              <a:t>HOW IT IS BUILT · SOFTWARE</a:t>
            </a:r>
          </a:p>
        </p:txBody>
      </p:sp>
      <p:sp>
        <p:nvSpPr>
          <p:cNvPr id="2" name="text-1">
            <a:extLst xmlns:a="http://schemas.openxmlformats.org/drawingml/2006/main">
              <a:ext uri="{FF2B5EF4-FFF2-40B4-BE49-F238E27FC236}">
                <a16:creationId xmlns:a16="http://schemas.microsoft.com/office/drawing/2014/main" id="{CE29BD43-26FE-4175-A60D-24B1212260A3}"/>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Local Wi-Fi keeps the demo simple.</a:t>
            </a:r>
          </a:p>
        </p:txBody>
      </p:sp>
      <p:sp>
        <p:nvSpPr>
          <p:cNvPr id="3" name="text-2">
            <a:extLst xmlns:a="http://schemas.openxmlformats.org/drawingml/2006/main">
              <a:ext uri="{FF2B5EF4-FFF2-40B4-BE49-F238E27FC236}">
                <a16:creationId xmlns:a16="http://schemas.microsoft.com/office/drawing/2014/main" id="{5FFAB5FE-A63A-4FAD-8136-55DB0F68F1E2}"/>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BDD2C4"/>
                </a:solidFill>
                <a:latin typeface="Arial"/>
                <a:ea typeface="Arial"/>
                <a:cs typeface="Arial"/>
              </a:defRPr>
            </a:defPPr>
            <a:lvl1pPr>
              <a:defRPr sz="975" b="0">
                <a:solidFill>
                  <a:srgbClr val="BDD2C4"/>
                </a:solidFill>
                <a:latin typeface="Arial"/>
                <a:ea typeface="Arial"/>
                <a:cs typeface="Arial"/>
              </a:defRPr>
            </a:lvl1pPr>
            <a:lvl2pPr>
              <a:defRPr sz="975" b="0">
                <a:solidFill>
                  <a:srgbClr val="BDD2C4"/>
                </a:solidFill>
                <a:latin typeface="Arial"/>
                <a:ea typeface="Arial"/>
                <a:cs typeface="Arial"/>
              </a:defRPr>
            </a:lvl2pPr>
            <a:lvl3pPr>
              <a:defRPr sz="975" b="0">
                <a:solidFill>
                  <a:srgbClr val="BDD2C4"/>
                </a:solidFill>
                <a:latin typeface="Arial"/>
                <a:ea typeface="Arial"/>
                <a:cs typeface="Arial"/>
              </a:defRPr>
            </a:lvl3pPr>
            <a:lvl4pPr>
              <a:defRPr sz="975" b="0">
                <a:solidFill>
                  <a:srgbClr val="BDD2C4"/>
                </a:solidFill>
                <a:latin typeface="Arial"/>
                <a:ea typeface="Arial"/>
                <a:cs typeface="Arial"/>
              </a:defRPr>
            </a:lvl4pPr>
            <a:lvl5pPr>
              <a:defRPr sz="975" b="0">
                <a:solidFill>
                  <a:srgbClr val="BDD2C4"/>
                </a:solidFill>
                <a:latin typeface="Arial"/>
                <a:ea typeface="Arial"/>
                <a:cs typeface="Arial"/>
              </a:defRPr>
            </a:lvl5pPr>
            <a:lvl6pPr>
              <a:defRPr sz="975" b="0">
                <a:solidFill>
                  <a:srgbClr val="BDD2C4"/>
                </a:solidFill>
                <a:latin typeface="Arial"/>
                <a:ea typeface="Arial"/>
                <a:cs typeface="Arial"/>
              </a:defRPr>
            </a:lvl6pPr>
            <a:lvl7pPr>
              <a:defRPr sz="975" b="0">
                <a:solidFill>
                  <a:srgbClr val="BDD2C4"/>
                </a:solidFill>
                <a:latin typeface="Arial"/>
                <a:ea typeface="Arial"/>
                <a:cs typeface="Arial"/>
              </a:defRPr>
            </a:lvl7pPr>
            <a:lvl8pPr>
              <a:defRPr sz="975" b="0">
                <a:solidFill>
                  <a:srgbClr val="BDD2C4"/>
                </a:solidFill>
                <a:latin typeface="Arial"/>
                <a:ea typeface="Arial"/>
                <a:cs typeface="Arial"/>
              </a:defRPr>
            </a:lvl8pPr>
            <a:lvl9pPr>
              <a:defRPr sz="975" b="0">
                <a:solidFill>
                  <a:srgbClr val="BDD2C4"/>
                </a:solidFill>
                <a:latin typeface="Arial"/>
                <a:ea typeface="Arial"/>
                <a:cs typeface="Arial"/>
              </a:defRPr>
            </a:lvl9pPr>
          </a:lstStyle>
          <a:p xmlns:a="http://schemas.openxmlformats.org/drawingml/2006/main">
            <a:pPr>
              <a:defRPr sz="975" b="0">
                <a:solidFill>
                  <a:srgbClr val="BDD2C4"/>
                </a:solidFill>
                <a:latin typeface="Arial"/>
                <a:ea typeface="Arial"/>
                <a:cs typeface="Arial"/>
              </a:defRPr>
            </a:pPr>
            <a:r>
              <a:rPr sz="975" b="0">
                <a:solidFill>
                  <a:srgbClr val="BDD2C4"/>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2BC6C973-A41D-4CE3-9DCD-9481C857EAF2}"/>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CDE5AA"/>
                </a:solidFill>
                <a:latin typeface="Arial"/>
                <a:ea typeface="Arial"/>
                <a:cs typeface="Arial"/>
              </a:defRPr>
            </a:defPPr>
            <a:lvl1pPr>
              <a:defRPr sz="1050" b="0">
                <a:solidFill>
                  <a:srgbClr val="CDE5AA"/>
                </a:solidFill>
                <a:latin typeface="Arial"/>
                <a:ea typeface="Arial"/>
                <a:cs typeface="Arial"/>
              </a:defRPr>
            </a:lvl1pPr>
            <a:lvl2pPr>
              <a:defRPr sz="1050" b="0">
                <a:solidFill>
                  <a:srgbClr val="CDE5AA"/>
                </a:solidFill>
                <a:latin typeface="Arial"/>
                <a:ea typeface="Arial"/>
                <a:cs typeface="Arial"/>
              </a:defRPr>
            </a:lvl2pPr>
            <a:lvl3pPr>
              <a:defRPr sz="1050" b="0">
                <a:solidFill>
                  <a:srgbClr val="CDE5AA"/>
                </a:solidFill>
                <a:latin typeface="Arial"/>
                <a:ea typeface="Arial"/>
                <a:cs typeface="Arial"/>
              </a:defRPr>
            </a:lvl3pPr>
            <a:lvl4pPr>
              <a:defRPr sz="1050" b="0">
                <a:solidFill>
                  <a:srgbClr val="CDE5AA"/>
                </a:solidFill>
                <a:latin typeface="Arial"/>
                <a:ea typeface="Arial"/>
                <a:cs typeface="Arial"/>
              </a:defRPr>
            </a:lvl4pPr>
            <a:lvl5pPr>
              <a:defRPr sz="1050" b="0">
                <a:solidFill>
                  <a:srgbClr val="CDE5AA"/>
                </a:solidFill>
                <a:latin typeface="Arial"/>
                <a:ea typeface="Arial"/>
                <a:cs typeface="Arial"/>
              </a:defRPr>
            </a:lvl5pPr>
            <a:lvl6pPr>
              <a:defRPr sz="1050" b="0">
                <a:solidFill>
                  <a:srgbClr val="CDE5AA"/>
                </a:solidFill>
                <a:latin typeface="Arial"/>
                <a:ea typeface="Arial"/>
                <a:cs typeface="Arial"/>
              </a:defRPr>
            </a:lvl6pPr>
            <a:lvl7pPr>
              <a:defRPr sz="1050" b="0">
                <a:solidFill>
                  <a:srgbClr val="CDE5AA"/>
                </a:solidFill>
                <a:latin typeface="Arial"/>
                <a:ea typeface="Arial"/>
                <a:cs typeface="Arial"/>
              </a:defRPr>
            </a:lvl7pPr>
            <a:lvl8pPr>
              <a:defRPr sz="1050" b="0">
                <a:solidFill>
                  <a:srgbClr val="CDE5AA"/>
                </a:solidFill>
                <a:latin typeface="Arial"/>
                <a:ea typeface="Arial"/>
                <a:cs typeface="Arial"/>
              </a:defRPr>
            </a:lvl8pPr>
            <a:lvl9pPr>
              <a:defRPr sz="1050" b="0">
                <a:solidFill>
                  <a:srgbClr val="CDE5AA"/>
                </a:solidFill>
                <a:latin typeface="Arial"/>
                <a:ea typeface="Arial"/>
                <a:cs typeface="Arial"/>
              </a:defRPr>
            </a:lvl9pPr>
          </a:lstStyle>
          <a:p xmlns:a="http://schemas.openxmlformats.org/drawingml/2006/main">
            <a:pPr>
              <a:defRPr sz="1050" b="0">
                <a:solidFill>
                  <a:srgbClr val="CDE5AA"/>
                </a:solidFill>
                <a:latin typeface="Arial"/>
                <a:ea typeface="Arial"/>
                <a:cs typeface="Arial"/>
              </a:defRPr>
            </a:pPr>
            <a:r>
              <a:rPr sz="1050" b="0">
                <a:solidFill>
                  <a:srgbClr val="CDE5AA"/>
                </a:solidFill>
                <a:latin typeface="Arial"/>
                <a:ea typeface="Arial"/>
                <a:cs typeface="Arial"/>
              </a:rPr>
              <a:t>06</a:t>
            </a:r>
          </a:p>
        </p:txBody>
      </p:sp>
      <p:sp>
        <p:nvSpPr>
          <p:cNvPr id="5" name="text-4">
            <a:extLst xmlns:a="http://schemas.openxmlformats.org/drawingml/2006/main">
              <a:ext uri="{FF2B5EF4-FFF2-40B4-BE49-F238E27FC236}">
                <a16:creationId xmlns:a16="http://schemas.microsoft.com/office/drawing/2014/main" id="{BB237684-02DB-4674-8A74-42452A679A35}"/>
              </a:ext>
            </a:extLst>
          </p:cNvPr>
          <p:cNvSpPr>
            <a:spLocks xmlns:a="http://schemas.openxmlformats.org/drawingml/2006/main" noGrp="1"/>
          </p:cNvSpPr>
          <p:nvPr/>
        </p:nvSpPr>
        <p:spPr>
          <a:xfrm xmlns:a="http://schemas.openxmlformats.org/drawingml/2006/main">
            <a:off x="609600" y="23622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CDE5AA"/>
                </a:solidFill>
                <a:latin typeface="Arial"/>
                <a:ea typeface="Arial"/>
                <a:cs typeface="Arial"/>
              </a:defRPr>
            </a:defPPr>
            <a:lvl1pPr>
              <a:defRPr sz="2250" b="1">
                <a:solidFill>
                  <a:srgbClr val="CDE5AA"/>
                </a:solidFill>
                <a:latin typeface="Arial"/>
                <a:ea typeface="Arial"/>
                <a:cs typeface="Arial"/>
              </a:defRPr>
            </a:lvl1pPr>
            <a:lvl2pPr>
              <a:defRPr sz="2250" b="1">
                <a:solidFill>
                  <a:srgbClr val="CDE5AA"/>
                </a:solidFill>
                <a:latin typeface="Arial"/>
                <a:ea typeface="Arial"/>
                <a:cs typeface="Arial"/>
              </a:defRPr>
            </a:lvl2pPr>
            <a:lvl3pPr>
              <a:defRPr sz="2250" b="1">
                <a:solidFill>
                  <a:srgbClr val="CDE5AA"/>
                </a:solidFill>
                <a:latin typeface="Arial"/>
                <a:ea typeface="Arial"/>
                <a:cs typeface="Arial"/>
              </a:defRPr>
            </a:lvl3pPr>
            <a:lvl4pPr>
              <a:defRPr sz="2250" b="1">
                <a:solidFill>
                  <a:srgbClr val="CDE5AA"/>
                </a:solidFill>
                <a:latin typeface="Arial"/>
                <a:ea typeface="Arial"/>
                <a:cs typeface="Arial"/>
              </a:defRPr>
            </a:lvl4pPr>
            <a:lvl5pPr>
              <a:defRPr sz="2250" b="1">
                <a:solidFill>
                  <a:srgbClr val="CDE5AA"/>
                </a:solidFill>
                <a:latin typeface="Arial"/>
                <a:ea typeface="Arial"/>
                <a:cs typeface="Arial"/>
              </a:defRPr>
            </a:lvl5pPr>
            <a:lvl6pPr>
              <a:defRPr sz="2250" b="1">
                <a:solidFill>
                  <a:srgbClr val="CDE5AA"/>
                </a:solidFill>
                <a:latin typeface="Arial"/>
                <a:ea typeface="Arial"/>
                <a:cs typeface="Arial"/>
              </a:defRPr>
            </a:lvl6pPr>
            <a:lvl7pPr>
              <a:defRPr sz="2250" b="1">
                <a:solidFill>
                  <a:srgbClr val="CDE5AA"/>
                </a:solidFill>
                <a:latin typeface="Arial"/>
                <a:ea typeface="Arial"/>
                <a:cs typeface="Arial"/>
              </a:defRPr>
            </a:lvl7pPr>
            <a:lvl8pPr>
              <a:defRPr sz="2250" b="1">
                <a:solidFill>
                  <a:srgbClr val="CDE5AA"/>
                </a:solidFill>
                <a:latin typeface="Arial"/>
                <a:ea typeface="Arial"/>
                <a:cs typeface="Arial"/>
              </a:defRPr>
            </a:lvl8pPr>
            <a:lvl9pPr>
              <a:defRPr sz="2250" b="1">
                <a:solidFill>
                  <a:srgbClr val="CDE5AA"/>
                </a:solidFill>
                <a:latin typeface="Arial"/>
                <a:ea typeface="Arial"/>
                <a:cs typeface="Arial"/>
              </a:defRPr>
            </a:lvl9pPr>
          </a:lstStyle>
          <a:p xmlns:a="http://schemas.openxmlformats.org/drawingml/2006/main">
            <a:pPr>
              <a:defRPr sz="2250" b="1">
                <a:solidFill>
                  <a:srgbClr val="CDE5AA"/>
                </a:solidFill>
                <a:latin typeface="Arial"/>
                <a:ea typeface="Arial"/>
                <a:cs typeface="Arial"/>
              </a:defRPr>
            </a:pPr>
            <a:r>
              <a:rPr sz="2250" b="1">
                <a:solidFill>
                  <a:srgbClr val="CDE5AA"/>
                </a:solidFill>
                <a:latin typeface="Arial"/>
                <a:ea typeface="Arial"/>
                <a:cs typeface="Arial"/>
              </a:rPr>
              <a:t>01   Arduino</a:t>
            </a:r>
          </a:p>
        </p:txBody>
      </p:sp>
      <p:sp>
        <p:nvSpPr>
          <p:cNvPr id="6" name="text-5">
            <a:extLst xmlns:a="http://schemas.openxmlformats.org/drawingml/2006/main">
              <a:ext uri="{FF2B5EF4-FFF2-40B4-BE49-F238E27FC236}">
                <a16:creationId xmlns:a16="http://schemas.microsoft.com/office/drawing/2014/main" id="{8A39FA2C-DB29-4B22-895A-418044EA122D}"/>
              </a:ext>
            </a:extLst>
          </p:cNvPr>
          <p:cNvSpPr>
            <a:spLocks xmlns:a="http://schemas.openxmlformats.org/drawingml/2006/main" noGrp="1"/>
          </p:cNvSpPr>
          <p:nvPr/>
        </p:nvSpPr>
        <p:spPr>
          <a:xfrm xmlns:a="http://schemas.openxmlformats.org/drawingml/2006/main">
            <a:off x="609600" y="2943225"/>
            <a:ext cx="333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Reads sensors, runs Auto rules, applies outputs and timed commands.</a:t>
            </a:r>
          </a:p>
        </p:txBody>
      </p:sp>
      <p:sp>
        <p:nvSpPr>
          <p:cNvPr id="7" name="text-6">
            <a:extLst xmlns:a="http://schemas.openxmlformats.org/drawingml/2006/main">
              <a:ext uri="{FF2B5EF4-FFF2-40B4-BE49-F238E27FC236}">
                <a16:creationId xmlns:a16="http://schemas.microsoft.com/office/drawing/2014/main" id="{072C7161-D59B-4B3E-B4A2-6955886FDB93}"/>
              </a:ext>
            </a:extLst>
          </p:cNvPr>
          <p:cNvSpPr>
            <a:spLocks xmlns:a="http://schemas.openxmlformats.org/drawingml/2006/main" noGrp="1"/>
          </p:cNvSpPr>
          <p:nvPr/>
        </p:nvSpPr>
        <p:spPr>
          <a:xfrm xmlns:a="http://schemas.openxmlformats.org/drawingml/2006/main">
            <a:off x="4419600" y="23622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CDE5AA"/>
                </a:solidFill>
                <a:latin typeface="Arial"/>
                <a:ea typeface="Arial"/>
                <a:cs typeface="Arial"/>
              </a:defRPr>
            </a:defPPr>
            <a:lvl1pPr>
              <a:defRPr sz="2250" b="1">
                <a:solidFill>
                  <a:srgbClr val="CDE5AA"/>
                </a:solidFill>
                <a:latin typeface="Arial"/>
                <a:ea typeface="Arial"/>
                <a:cs typeface="Arial"/>
              </a:defRPr>
            </a:lvl1pPr>
            <a:lvl2pPr>
              <a:defRPr sz="2250" b="1">
                <a:solidFill>
                  <a:srgbClr val="CDE5AA"/>
                </a:solidFill>
                <a:latin typeface="Arial"/>
                <a:ea typeface="Arial"/>
                <a:cs typeface="Arial"/>
              </a:defRPr>
            </a:lvl2pPr>
            <a:lvl3pPr>
              <a:defRPr sz="2250" b="1">
                <a:solidFill>
                  <a:srgbClr val="CDE5AA"/>
                </a:solidFill>
                <a:latin typeface="Arial"/>
                <a:ea typeface="Arial"/>
                <a:cs typeface="Arial"/>
              </a:defRPr>
            </a:lvl3pPr>
            <a:lvl4pPr>
              <a:defRPr sz="2250" b="1">
                <a:solidFill>
                  <a:srgbClr val="CDE5AA"/>
                </a:solidFill>
                <a:latin typeface="Arial"/>
                <a:ea typeface="Arial"/>
                <a:cs typeface="Arial"/>
              </a:defRPr>
            </a:lvl4pPr>
            <a:lvl5pPr>
              <a:defRPr sz="2250" b="1">
                <a:solidFill>
                  <a:srgbClr val="CDE5AA"/>
                </a:solidFill>
                <a:latin typeface="Arial"/>
                <a:ea typeface="Arial"/>
                <a:cs typeface="Arial"/>
              </a:defRPr>
            </a:lvl5pPr>
            <a:lvl6pPr>
              <a:defRPr sz="2250" b="1">
                <a:solidFill>
                  <a:srgbClr val="CDE5AA"/>
                </a:solidFill>
                <a:latin typeface="Arial"/>
                <a:ea typeface="Arial"/>
                <a:cs typeface="Arial"/>
              </a:defRPr>
            </a:lvl6pPr>
            <a:lvl7pPr>
              <a:defRPr sz="2250" b="1">
                <a:solidFill>
                  <a:srgbClr val="CDE5AA"/>
                </a:solidFill>
                <a:latin typeface="Arial"/>
                <a:ea typeface="Arial"/>
                <a:cs typeface="Arial"/>
              </a:defRPr>
            </a:lvl7pPr>
            <a:lvl8pPr>
              <a:defRPr sz="2250" b="1">
                <a:solidFill>
                  <a:srgbClr val="CDE5AA"/>
                </a:solidFill>
                <a:latin typeface="Arial"/>
                <a:ea typeface="Arial"/>
                <a:cs typeface="Arial"/>
              </a:defRPr>
            </a:lvl8pPr>
            <a:lvl9pPr>
              <a:defRPr sz="2250" b="1">
                <a:solidFill>
                  <a:srgbClr val="CDE5AA"/>
                </a:solidFill>
                <a:latin typeface="Arial"/>
                <a:ea typeface="Arial"/>
                <a:cs typeface="Arial"/>
              </a:defRPr>
            </a:lvl9pPr>
          </a:lstStyle>
          <a:p xmlns:a="http://schemas.openxmlformats.org/drawingml/2006/main">
            <a:pPr>
              <a:defRPr sz="2250" b="1">
                <a:solidFill>
                  <a:srgbClr val="CDE5AA"/>
                </a:solidFill>
                <a:latin typeface="Arial"/>
                <a:ea typeface="Arial"/>
                <a:cs typeface="Arial"/>
              </a:defRPr>
            </a:pPr>
            <a:r>
              <a:rPr sz="2250" b="1">
                <a:solidFill>
                  <a:srgbClr val="CDE5AA"/>
                </a:solidFill>
                <a:latin typeface="Arial"/>
                <a:ea typeface="Arial"/>
                <a:cs typeface="Arial"/>
              </a:rPr>
              <a:t>02   Laptop</a:t>
            </a:r>
          </a:p>
        </p:txBody>
      </p:sp>
      <p:sp>
        <p:nvSpPr>
          <p:cNvPr id="8" name="text-7">
            <a:extLst xmlns:a="http://schemas.openxmlformats.org/drawingml/2006/main">
              <a:ext uri="{FF2B5EF4-FFF2-40B4-BE49-F238E27FC236}">
                <a16:creationId xmlns:a16="http://schemas.microsoft.com/office/drawing/2014/main" id="{E6C0ECE0-33F0-49E8-91C7-580A346ECC11}"/>
              </a:ext>
            </a:extLst>
          </p:cNvPr>
          <p:cNvSpPr>
            <a:spLocks xmlns:a="http://schemas.openxmlformats.org/drawingml/2006/main" noGrp="1"/>
          </p:cNvSpPr>
          <p:nvPr/>
        </p:nvSpPr>
        <p:spPr>
          <a:xfrm xmlns:a="http://schemas.openxmlformats.org/drawingml/2006/main">
            <a:off x="4419600" y="2943225"/>
            <a:ext cx="333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Serves the React dashboard and forwards local HTTP requests.</a:t>
            </a:r>
          </a:p>
        </p:txBody>
      </p:sp>
      <p:sp>
        <p:nvSpPr>
          <p:cNvPr id="9" name="text-8">
            <a:extLst xmlns:a="http://schemas.openxmlformats.org/drawingml/2006/main">
              <a:ext uri="{FF2B5EF4-FFF2-40B4-BE49-F238E27FC236}">
                <a16:creationId xmlns:a16="http://schemas.microsoft.com/office/drawing/2014/main" id="{F96DDF9F-A747-4B66-95E3-D99F6F417202}"/>
              </a:ext>
            </a:extLst>
          </p:cNvPr>
          <p:cNvSpPr>
            <a:spLocks xmlns:a="http://schemas.openxmlformats.org/drawingml/2006/main" noGrp="1"/>
          </p:cNvSpPr>
          <p:nvPr/>
        </p:nvSpPr>
        <p:spPr>
          <a:xfrm xmlns:a="http://schemas.openxmlformats.org/drawingml/2006/main">
            <a:off x="8229600" y="23622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CDE5AA"/>
                </a:solidFill>
                <a:latin typeface="Arial"/>
                <a:ea typeface="Arial"/>
                <a:cs typeface="Arial"/>
              </a:defRPr>
            </a:defPPr>
            <a:lvl1pPr>
              <a:defRPr sz="2250" b="1">
                <a:solidFill>
                  <a:srgbClr val="CDE5AA"/>
                </a:solidFill>
                <a:latin typeface="Arial"/>
                <a:ea typeface="Arial"/>
                <a:cs typeface="Arial"/>
              </a:defRPr>
            </a:lvl1pPr>
            <a:lvl2pPr>
              <a:defRPr sz="2250" b="1">
                <a:solidFill>
                  <a:srgbClr val="CDE5AA"/>
                </a:solidFill>
                <a:latin typeface="Arial"/>
                <a:ea typeface="Arial"/>
                <a:cs typeface="Arial"/>
              </a:defRPr>
            </a:lvl2pPr>
            <a:lvl3pPr>
              <a:defRPr sz="2250" b="1">
                <a:solidFill>
                  <a:srgbClr val="CDE5AA"/>
                </a:solidFill>
                <a:latin typeface="Arial"/>
                <a:ea typeface="Arial"/>
                <a:cs typeface="Arial"/>
              </a:defRPr>
            </a:lvl3pPr>
            <a:lvl4pPr>
              <a:defRPr sz="2250" b="1">
                <a:solidFill>
                  <a:srgbClr val="CDE5AA"/>
                </a:solidFill>
                <a:latin typeface="Arial"/>
                <a:ea typeface="Arial"/>
                <a:cs typeface="Arial"/>
              </a:defRPr>
            </a:lvl4pPr>
            <a:lvl5pPr>
              <a:defRPr sz="2250" b="1">
                <a:solidFill>
                  <a:srgbClr val="CDE5AA"/>
                </a:solidFill>
                <a:latin typeface="Arial"/>
                <a:ea typeface="Arial"/>
                <a:cs typeface="Arial"/>
              </a:defRPr>
            </a:lvl5pPr>
            <a:lvl6pPr>
              <a:defRPr sz="2250" b="1">
                <a:solidFill>
                  <a:srgbClr val="CDE5AA"/>
                </a:solidFill>
                <a:latin typeface="Arial"/>
                <a:ea typeface="Arial"/>
                <a:cs typeface="Arial"/>
              </a:defRPr>
            </a:lvl6pPr>
            <a:lvl7pPr>
              <a:defRPr sz="2250" b="1">
                <a:solidFill>
                  <a:srgbClr val="CDE5AA"/>
                </a:solidFill>
                <a:latin typeface="Arial"/>
                <a:ea typeface="Arial"/>
                <a:cs typeface="Arial"/>
              </a:defRPr>
            </a:lvl7pPr>
            <a:lvl8pPr>
              <a:defRPr sz="2250" b="1">
                <a:solidFill>
                  <a:srgbClr val="CDE5AA"/>
                </a:solidFill>
                <a:latin typeface="Arial"/>
                <a:ea typeface="Arial"/>
                <a:cs typeface="Arial"/>
              </a:defRPr>
            </a:lvl8pPr>
            <a:lvl9pPr>
              <a:defRPr sz="2250" b="1">
                <a:solidFill>
                  <a:srgbClr val="CDE5AA"/>
                </a:solidFill>
                <a:latin typeface="Arial"/>
                <a:ea typeface="Arial"/>
                <a:cs typeface="Arial"/>
              </a:defRPr>
            </a:lvl9pPr>
          </a:lstStyle>
          <a:p xmlns:a="http://schemas.openxmlformats.org/drawingml/2006/main">
            <a:pPr>
              <a:defRPr sz="2250" b="1">
                <a:solidFill>
                  <a:srgbClr val="CDE5AA"/>
                </a:solidFill>
                <a:latin typeface="Arial"/>
                <a:ea typeface="Arial"/>
                <a:cs typeface="Arial"/>
              </a:defRPr>
            </a:pPr>
            <a:r>
              <a:rPr sz="2250" b="1">
                <a:solidFill>
                  <a:srgbClr val="CDE5AA"/>
                </a:solidFill>
                <a:latin typeface="Arial"/>
                <a:ea typeface="Arial"/>
                <a:cs typeface="Arial"/>
              </a:rPr>
              <a:t>03   Phone</a:t>
            </a:r>
          </a:p>
        </p:txBody>
      </p:sp>
      <p:sp>
        <p:nvSpPr>
          <p:cNvPr id="10" name="text-9">
            <a:extLst xmlns:a="http://schemas.openxmlformats.org/drawingml/2006/main">
              <a:ext uri="{FF2B5EF4-FFF2-40B4-BE49-F238E27FC236}">
                <a16:creationId xmlns:a16="http://schemas.microsoft.com/office/drawing/2014/main" id="{87E371D2-22EC-4B7A-8D15-6457D032C704}"/>
              </a:ext>
            </a:extLst>
          </p:cNvPr>
          <p:cNvSpPr>
            <a:spLocks xmlns:a="http://schemas.openxmlformats.org/drawingml/2006/main" noGrp="1"/>
          </p:cNvSpPr>
          <p:nvPr/>
        </p:nvSpPr>
        <p:spPr>
          <a:xfrm xmlns:a="http://schemas.openxmlformats.org/drawingml/2006/main">
            <a:off x="8229600" y="2943225"/>
            <a:ext cx="333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Shows readings and sends control requests through the browser.</a:t>
            </a:r>
          </a:p>
        </p:txBody>
      </p:sp>
      <p:sp>
        <p:nvSpPr>
          <p:cNvPr id="11" name="text-10">
            <a:extLst xmlns:a="http://schemas.openxmlformats.org/drawingml/2006/main">
              <a:ext uri="{FF2B5EF4-FFF2-40B4-BE49-F238E27FC236}">
                <a16:creationId xmlns:a16="http://schemas.microsoft.com/office/drawing/2014/main" id="{4925764B-15F2-4A65-BC32-863AC0B5023E}"/>
              </a:ext>
            </a:extLst>
          </p:cNvPr>
          <p:cNvSpPr>
            <a:spLocks xmlns:a="http://schemas.openxmlformats.org/drawingml/2006/main" noGrp="1"/>
          </p:cNvSpPr>
          <p:nvPr/>
        </p:nvSpPr>
        <p:spPr>
          <a:xfrm xmlns:a="http://schemas.openxmlformats.org/drawingml/2006/main">
            <a:off x="609600" y="50958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CDE5AA"/>
                </a:solidFill>
                <a:latin typeface="Arial"/>
                <a:ea typeface="Arial"/>
                <a:cs typeface="Arial"/>
              </a:defRPr>
            </a:defPPr>
            <a:lvl1pPr>
              <a:defRPr sz="2400" b="1">
                <a:solidFill>
                  <a:srgbClr val="CDE5AA"/>
                </a:solidFill>
                <a:latin typeface="Arial"/>
                <a:ea typeface="Arial"/>
                <a:cs typeface="Arial"/>
              </a:defRPr>
            </a:lvl1pPr>
            <a:lvl2pPr>
              <a:defRPr sz="2400" b="1">
                <a:solidFill>
                  <a:srgbClr val="CDE5AA"/>
                </a:solidFill>
                <a:latin typeface="Arial"/>
                <a:ea typeface="Arial"/>
                <a:cs typeface="Arial"/>
              </a:defRPr>
            </a:lvl2pPr>
            <a:lvl3pPr>
              <a:defRPr sz="2400" b="1">
                <a:solidFill>
                  <a:srgbClr val="CDE5AA"/>
                </a:solidFill>
                <a:latin typeface="Arial"/>
                <a:ea typeface="Arial"/>
                <a:cs typeface="Arial"/>
              </a:defRPr>
            </a:lvl3pPr>
            <a:lvl4pPr>
              <a:defRPr sz="2400" b="1">
                <a:solidFill>
                  <a:srgbClr val="CDE5AA"/>
                </a:solidFill>
                <a:latin typeface="Arial"/>
                <a:ea typeface="Arial"/>
                <a:cs typeface="Arial"/>
              </a:defRPr>
            </a:lvl4pPr>
            <a:lvl5pPr>
              <a:defRPr sz="2400" b="1">
                <a:solidFill>
                  <a:srgbClr val="CDE5AA"/>
                </a:solidFill>
                <a:latin typeface="Arial"/>
                <a:ea typeface="Arial"/>
                <a:cs typeface="Arial"/>
              </a:defRPr>
            </a:lvl5pPr>
            <a:lvl6pPr>
              <a:defRPr sz="2400" b="1">
                <a:solidFill>
                  <a:srgbClr val="CDE5AA"/>
                </a:solidFill>
                <a:latin typeface="Arial"/>
                <a:ea typeface="Arial"/>
                <a:cs typeface="Arial"/>
              </a:defRPr>
            </a:lvl6pPr>
            <a:lvl7pPr>
              <a:defRPr sz="2400" b="1">
                <a:solidFill>
                  <a:srgbClr val="CDE5AA"/>
                </a:solidFill>
                <a:latin typeface="Arial"/>
                <a:ea typeface="Arial"/>
                <a:cs typeface="Arial"/>
              </a:defRPr>
            </a:lvl7pPr>
            <a:lvl8pPr>
              <a:defRPr sz="2400" b="1">
                <a:solidFill>
                  <a:srgbClr val="CDE5AA"/>
                </a:solidFill>
                <a:latin typeface="Arial"/>
                <a:ea typeface="Arial"/>
                <a:cs typeface="Arial"/>
              </a:defRPr>
            </a:lvl8pPr>
            <a:lvl9pPr>
              <a:defRPr sz="2400" b="1">
                <a:solidFill>
                  <a:srgbClr val="CDE5AA"/>
                </a:solidFill>
                <a:latin typeface="Arial"/>
                <a:ea typeface="Arial"/>
                <a:cs typeface="Arial"/>
              </a:defRPr>
            </a:lvl9pPr>
          </a:lstStyle>
          <a:p xmlns:a="http://schemas.openxmlformats.org/drawingml/2006/main">
            <a:pPr>
              <a:defRPr sz="2400" b="1">
                <a:solidFill>
                  <a:srgbClr val="CDE5AA"/>
                </a:solidFill>
                <a:latin typeface="Arial"/>
                <a:ea typeface="Arial"/>
                <a:cs typeface="Arial"/>
              </a:defRPr>
            </a:pPr>
            <a:r>
              <a:rPr sz="2400" b="1">
                <a:solidFill>
                  <a:srgbClr val="CDE5AA"/>
                </a:solidFill>
                <a:latin typeface="Arial"/>
                <a:ea typeface="Arial"/>
                <a:cs typeface="Arial"/>
              </a:rPr>
              <a:t>Same local Wi-Fi. No internet or database needed during the demo.</a:t>
            </a:r>
          </a:p>
        </p:txBody>
      </p:sp>
      <p:sp>
        <p:nvSpPr>
          <p:cNvPr id="12" name="text-11">
            <a:extLst xmlns:a="http://schemas.openxmlformats.org/drawingml/2006/main">
              <a:ext uri="{FF2B5EF4-FFF2-40B4-BE49-F238E27FC236}">
                <a16:creationId xmlns:a16="http://schemas.microsoft.com/office/drawing/2014/main" id="{D1773CFE-EE45-475E-81D6-2659CED19579}"/>
              </a:ext>
            </a:extLst>
          </p:cNvPr>
          <p:cNvSpPr>
            <a:spLocks xmlns:a="http://schemas.openxmlformats.org/drawingml/2006/main" noGrp="1"/>
          </p:cNvSpPr>
          <p:nvPr/>
        </p:nvSpPr>
        <p:spPr>
          <a:xfrm xmlns:a="http://schemas.openxmlformats.org/drawingml/2006/main">
            <a:off x="609600" y="59150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The laptop stays on. Automatic control runs on the Arduino.</a:t>
            </a:r>
          </a:p>
        </p:txBody>
      </p:sp>
    </p:spTree>
    <p:extLst>
      <p:ext uri="{BB962C8B-B14F-4D97-AF65-F5344CB8AC3E}">
        <p14:creationId xmlns:p14="http://schemas.microsoft.com/office/powerpoint/2010/main" val="1602824416"/>
      </p:ext>
    </p:extLst>
  </p:cSld>
</p:sld>
</file>

<file path=ppt/slides/slide7.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F8A2525-CED5-4B9F-BFF9-9CE68754C48C}"/>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205C45"/>
                </a:solidFill>
                <a:latin typeface="Arial"/>
                <a:ea typeface="Arial"/>
                <a:cs typeface="Arial"/>
              </a:defRPr>
            </a:defPPr>
            <a:lvl1pPr>
              <a:defRPr sz="1275" b="1">
                <a:solidFill>
                  <a:srgbClr val="205C45"/>
                </a:solidFill>
                <a:latin typeface="Arial"/>
                <a:ea typeface="Arial"/>
                <a:cs typeface="Arial"/>
              </a:defRPr>
            </a:lvl1pPr>
            <a:lvl2pPr>
              <a:defRPr sz="1275" b="1">
                <a:solidFill>
                  <a:srgbClr val="205C45"/>
                </a:solidFill>
                <a:latin typeface="Arial"/>
                <a:ea typeface="Arial"/>
                <a:cs typeface="Arial"/>
              </a:defRPr>
            </a:lvl2pPr>
            <a:lvl3pPr>
              <a:defRPr sz="1275" b="1">
                <a:solidFill>
                  <a:srgbClr val="205C45"/>
                </a:solidFill>
                <a:latin typeface="Arial"/>
                <a:ea typeface="Arial"/>
                <a:cs typeface="Arial"/>
              </a:defRPr>
            </a:lvl3pPr>
            <a:lvl4pPr>
              <a:defRPr sz="1275" b="1">
                <a:solidFill>
                  <a:srgbClr val="205C45"/>
                </a:solidFill>
                <a:latin typeface="Arial"/>
                <a:ea typeface="Arial"/>
                <a:cs typeface="Arial"/>
              </a:defRPr>
            </a:lvl4pPr>
            <a:lvl5pPr>
              <a:defRPr sz="1275" b="1">
                <a:solidFill>
                  <a:srgbClr val="205C45"/>
                </a:solidFill>
                <a:latin typeface="Arial"/>
                <a:ea typeface="Arial"/>
                <a:cs typeface="Arial"/>
              </a:defRPr>
            </a:lvl5pPr>
            <a:lvl6pPr>
              <a:defRPr sz="1275" b="1">
                <a:solidFill>
                  <a:srgbClr val="205C45"/>
                </a:solidFill>
                <a:latin typeface="Arial"/>
                <a:ea typeface="Arial"/>
                <a:cs typeface="Arial"/>
              </a:defRPr>
            </a:lvl6pPr>
            <a:lvl7pPr>
              <a:defRPr sz="1275" b="1">
                <a:solidFill>
                  <a:srgbClr val="205C45"/>
                </a:solidFill>
                <a:latin typeface="Arial"/>
                <a:ea typeface="Arial"/>
                <a:cs typeface="Arial"/>
              </a:defRPr>
            </a:lvl7pPr>
            <a:lvl8pPr>
              <a:defRPr sz="1275" b="1">
                <a:solidFill>
                  <a:srgbClr val="205C45"/>
                </a:solidFill>
                <a:latin typeface="Arial"/>
                <a:ea typeface="Arial"/>
                <a:cs typeface="Arial"/>
              </a:defRPr>
            </a:lvl8pPr>
            <a:lvl9pPr>
              <a:defRPr sz="1275" b="1">
                <a:solidFill>
                  <a:srgbClr val="205C45"/>
                </a:solidFill>
                <a:latin typeface="Arial"/>
                <a:ea typeface="Arial"/>
                <a:cs typeface="Arial"/>
              </a:defRPr>
            </a:lvl9pPr>
          </a:lstStyle>
          <a:p xmlns:a="http://schemas.openxmlformats.org/drawingml/2006/main">
            <a:pPr>
              <a:defRPr sz="1275" b="1">
                <a:solidFill>
                  <a:srgbClr val="205C45"/>
                </a:solidFill>
                <a:latin typeface="Arial"/>
                <a:ea typeface="Arial"/>
                <a:cs typeface="Arial"/>
              </a:defRPr>
            </a:pPr>
            <a:r>
              <a:rPr sz="1275" b="1">
                <a:solidFill>
                  <a:srgbClr val="205C45"/>
                </a:solidFill>
                <a:latin typeface="Arial"/>
                <a:ea typeface="Arial"/>
                <a:cs typeface="Arial"/>
              </a:rPr>
              <a:t>CONTROL BEHAVIOR</a:t>
            </a:r>
          </a:p>
        </p:txBody>
      </p:sp>
      <p:sp>
        <p:nvSpPr>
          <p:cNvPr id="2" name="text-1">
            <a:extLst xmlns:a="http://schemas.openxmlformats.org/drawingml/2006/main">
              <a:ext uri="{FF2B5EF4-FFF2-40B4-BE49-F238E27FC236}">
                <a16:creationId xmlns:a16="http://schemas.microsoft.com/office/drawing/2014/main" id="{F2D2E808-F2DD-4342-8F0D-E3A53E1F665F}"/>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83E32"/>
                </a:solidFill>
                <a:latin typeface="Arial"/>
                <a:ea typeface="Arial"/>
                <a:cs typeface="Arial"/>
              </a:defRPr>
            </a:defPPr>
            <a:lvl1pPr>
              <a:defRPr sz="3450" b="1">
                <a:solidFill>
                  <a:srgbClr val="183E32"/>
                </a:solidFill>
                <a:latin typeface="Arial"/>
                <a:ea typeface="Arial"/>
                <a:cs typeface="Arial"/>
              </a:defRPr>
            </a:lvl1pPr>
            <a:lvl2pPr>
              <a:defRPr sz="3450" b="1">
                <a:solidFill>
                  <a:srgbClr val="183E32"/>
                </a:solidFill>
                <a:latin typeface="Arial"/>
                <a:ea typeface="Arial"/>
                <a:cs typeface="Arial"/>
              </a:defRPr>
            </a:lvl2pPr>
            <a:lvl3pPr>
              <a:defRPr sz="3450" b="1">
                <a:solidFill>
                  <a:srgbClr val="183E32"/>
                </a:solidFill>
                <a:latin typeface="Arial"/>
                <a:ea typeface="Arial"/>
                <a:cs typeface="Arial"/>
              </a:defRPr>
            </a:lvl3pPr>
            <a:lvl4pPr>
              <a:defRPr sz="3450" b="1">
                <a:solidFill>
                  <a:srgbClr val="183E32"/>
                </a:solidFill>
                <a:latin typeface="Arial"/>
                <a:ea typeface="Arial"/>
                <a:cs typeface="Arial"/>
              </a:defRPr>
            </a:lvl4pPr>
            <a:lvl5pPr>
              <a:defRPr sz="3450" b="1">
                <a:solidFill>
                  <a:srgbClr val="183E32"/>
                </a:solidFill>
                <a:latin typeface="Arial"/>
                <a:ea typeface="Arial"/>
                <a:cs typeface="Arial"/>
              </a:defRPr>
            </a:lvl5pPr>
            <a:lvl6pPr>
              <a:defRPr sz="3450" b="1">
                <a:solidFill>
                  <a:srgbClr val="183E32"/>
                </a:solidFill>
                <a:latin typeface="Arial"/>
                <a:ea typeface="Arial"/>
                <a:cs typeface="Arial"/>
              </a:defRPr>
            </a:lvl6pPr>
            <a:lvl7pPr>
              <a:defRPr sz="3450" b="1">
                <a:solidFill>
                  <a:srgbClr val="183E32"/>
                </a:solidFill>
                <a:latin typeface="Arial"/>
                <a:ea typeface="Arial"/>
                <a:cs typeface="Arial"/>
              </a:defRPr>
            </a:lvl7pPr>
            <a:lvl8pPr>
              <a:defRPr sz="3450" b="1">
                <a:solidFill>
                  <a:srgbClr val="183E32"/>
                </a:solidFill>
                <a:latin typeface="Arial"/>
                <a:ea typeface="Arial"/>
                <a:cs typeface="Arial"/>
              </a:defRPr>
            </a:lvl8pPr>
            <a:lvl9pPr>
              <a:defRPr sz="3450" b="1">
                <a:solidFill>
                  <a:srgbClr val="183E32"/>
                </a:solidFill>
                <a:latin typeface="Arial"/>
                <a:ea typeface="Arial"/>
                <a:cs typeface="Arial"/>
              </a:defRPr>
            </a:lvl9pPr>
          </a:lstStyle>
          <a:p xmlns:a="http://schemas.openxmlformats.org/drawingml/2006/main">
            <a:pPr>
              <a:defRPr sz="3450" b="1">
                <a:solidFill>
                  <a:srgbClr val="183E32"/>
                </a:solidFill>
                <a:latin typeface="Arial"/>
                <a:ea typeface="Arial"/>
                <a:cs typeface="Arial"/>
              </a:defRPr>
            </a:pPr>
            <a:r>
              <a:rPr sz="3450" b="1">
                <a:solidFill>
                  <a:srgbClr val="183E32"/>
                </a:solidFill>
                <a:latin typeface="Arial"/>
                <a:ea typeface="Arial"/>
                <a:cs typeface="Arial"/>
              </a:rPr>
              <a:t>Soil-based watering with manual override</a:t>
            </a:r>
          </a:p>
        </p:txBody>
      </p:sp>
      <p:sp>
        <p:nvSpPr>
          <p:cNvPr id="3" name="text-2">
            <a:extLst xmlns:a="http://schemas.openxmlformats.org/drawingml/2006/main">
              <a:ext uri="{FF2B5EF4-FFF2-40B4-BE49-F238E27FC236}">
                <a16:creationId xmlns:a16="http://schemas.microsoft.com/office/drawing/2014/main" id="{3B09C8C0-1E07-4356-97F6-C5721F3804B8}"/>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536C60"/>
                </a:solidFill>
                <a:latin typeface="Arial"/>
                <a:ea typeface="Arial"/>
                <a:cs typeface="Arial"/>
              </a:defRPr>
            </a:defPPr>
            <a:lvl1pPr>
              <a:defRPr sz="975" b="0">
                <a:solidFill>
                  <a:srgbClr val="536C60"/>
                </a:solidFill>
                <a:latin typeface="Arial"/>
                <a:ea typeface="Arial"/>
                <a:cs typeface="Arial"/>
              </a:defRPr>
            </a:lvl1pPr>
            <a:lvl2pPr>
              <a:defRPr sz="975" b="0">
                <a:solidFill>
                  <a:srgbClr val="536C60"/>
                </a:solidFill>
                <a:latin typeface="Arial"/>
                <a:ea typeface="Arial"/>
                <a:cs typeface="Arial"/>
              </a:defRPr>
            </a:lvl2pPr>
            <a:lvl3pPr>
              <a:defRPr sz="975" b="0">
                <a:solidFill>
                  <a:srgbClr val="536C60"/>
                </a:solidFill>
                <a:latin typeface="Arial"/>
                <a:ea typeface="Arial"/>
                <a:cs typeface="Arial"/>
              </a:defRPr>
            </a:lvl3pPr>
            <a:lvl4pPr>
              <a:defRPr sz="975" b="0">
                <a:solidFill>
                  <a:srgbClr val="536C60"/>
                </a:solidFill>
                <a:latin typeface="Arial"/>
                <a:ea typeface="Arial"/>
                <a:cs typeface="Arial"/>
              </a:defRPr>
            </a:lvl4pPr>
            <a:lvl5pPr>
              <a:defRPr sz="975" b="0">
                <a:solidFill>
                  <a:srgbClr val="536C60"/>
                </a:solidFill>
                <a:latin typeface="Arial"/>
                <a:ea typeface="Arial"/>
                <a:cs typeface="Arial"/>
              </a:defRPr>
            </a:lvl5pPr>
            <a:lvl6pPr>
              <a:defRPr sz="975" b="0">
                <a:solidFill>
                  <a:srgbClr val="536C60"/>
                </a:solidFill>
                <a:latin typeface="Arial"/>
                <a:ea typeface="Arial"/>
                <a:cs typeface="Arial"/>
              </a:defRPr>
            </a:lvl6pPr>
            <a:lvl7pPr>
              <a:defRPr sz="975" b="0">
                <a:solidFill>
                  <a:srgbClr val="536C60"/>
                </a:solidFill>
                <a:latin typeface="Arial"/>
                <a:ea typeface="Arial"/>
                <a:cs typeface="Arial"/>
              </a:defRPr>
            </a:lvl7pPr>
            <a:lvl8pPr>
              <a:defRPr sz="975" b="0">
                <a:solidFill>
                  <a:srgbClr val="536C60"/>
                </a:solidFill>
                <a:latin typeface="Arial"/>
                <a:ea typeface="Arial"/>
                <a:cs typeface="Arial"/>
              </a:defRPr>
            </a:lvl8pPr>
            <a:lvl9pPr>
              <a:defRPr sz="975" b="0">
                <a:solidFill>
                  <a:srgbClr val="536C60"/>
                </a:solidFill>
                <a:latin typeface="Arial"/>
                <a:ea typeface="Arial"/>
                <a:cs typeface="Arial"/>
              </a:defRPr>
            </a:lvl9pPr>
          </a:lstStyle>
          <a:p xmlns:a="http://schemas.openxmlformats.org/drawingml/2006/main">
            <a:pPr>
              <a:defRPr sz="975" b="0">
                <a:solidFill>
                  <a:srgbClr val="536C60"/>
                </a:solidFill>
                <a:latin typeface="Arial"/>
                <a:ea typeface="Arial"/>
                <a:cs typeface="Arial"/>
              </a:defRPr>
            </a:pPr>
            <a:r>
              <a:rPr sz="975" b="0">
                <a:solidFill>
                  <a:srgbClr val="536C60"/>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85F2A9C0-6905-476A-AEF2-77651BFB94B3}"/>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536C60"/>
                </a:solidFill>
                <a:latin typeface="Arial"/>
                <a:ea typeface="Arial"/>
                <a:cs typeface="Arial"/>
              </a:defRPr>
            </a:defPPr>
            <a:lvl1pPr>
              <a:defRPr sz="1050" b="0">
                <a:solidFill>
                  <a:srgbClr val="536C60"/>
                </a:solidFill>
                <a:latin typeface="Arial"/>
                <a:ea typeface="Arial"/>
                <a:cs typeface="Arial"/>
              </a:defRPr>
            </a:lvl1pPr>
            <a:lvl2pPr>
              <a:defRPr sz="1050" b="0">
                <a:solidFill>
                  <a:srgbClr val="536C60"/>
                </a:solidFill>
                <a:latin typeface="Arial"/>
                <a:ea typeface="Arial"/>
                <a:cs typeface="Arial"/>
              </a:defRPr>
            </a:lvl2pPr>
            <a:lvl3pPr>
              <a:defRPr sz="1050" b="0">
                <a:solidFill>
                  <a:srgbClr val="536C60"/>
                </a:solidFill>
                <a:latin typeface="Arial"/>
                <a:ea typeface="Arial"/>
                <a:cs typeface="Arial"/>
              </a:defRPr>
            </a:lvl3pPr>
            <a:lvl4pPr>
              <a:defRPr sz="1050" b="0">
                <a:solidFill>
                  <a:srgbClr val="536C60"/>
                </a:solidFill>
                <a:latin typeface="Arial"/>
                <a:ea typeface="Arial"/>
                <a:cs typeface="Arial"/>
              </a:defRPr>
            </a:lvl4pPr>
            <a:lvl5pPr>
              <a:defRPr sz="1050" b="0">
                <a:solidFill>
                  <a:srgbClr val="536C60"/>
                </a:solidFill>
                <a:latin typeface="Arial"/>
                <a:ea typeface="Arial"/>
                <a:cs typeface="Arial"/>
              </a:defRPr>
            </a:lvl5pPr>
            <a:lvl6pPr>
              <a:defRPr sz="1050" b="0">
                <a:solidFill>
                  <a:srgbClr val="536C60"/>
                </a:solidFill>
                <a:latin typeface="Arial"/>
                <a:ea typeface="Arial"/>
                <a:cs typeface="Arial"/>
              </a:defRPr>
            </a:lvl6pPr>
            <a:lvl7pPr>
              <a:defRPr sz="1050" b="0">
                <a:solidFill>
                  <a:srgbClr val="536C60"/>
                </a:solidFill>
                <a:latin typeface="Arial"/>
                <a:ea typeface="Arial"/>
                <a:cs typeface="Arial"/>
              </a:defRPr>
            </a:lvl7pPr>
            <a:lvl8pPr>
              <a:defRPr sz="1050" b="0">
                <a:solidFill>
                  <a:srgbClr val="536C60"/>
                </a:solidFill>
                <a:latin typeface="Arial"/>
                <a:ea typeface="Arial"/>
                <a:cs typeface="Arial"/>
              </a:defRPr>
            </a:lvl8pPr>
            <a:lvl9pPr>
              <a:defRPr sz="1050" b="0">
                <a:solidFill>
                  <a:srgbClr val="536C60"/>
                </a:solidFill>
                <a:latin typeface="Arial"/>
                <a:ea typeface="Arial"/>
                <a:cs typeface="Arial"/>
              </a:defRPr>
            </a:lvl9pPr>
          </a:lstStyle>
          <a:p xmlns:a="http://schemas.openxmlformats.org/drawingml/2006/main">
            <a:pPr>
              <a:defRPr sz="1050" b="0">
                <a:solidFill>
                  <a:srgbClr val="536C60"/>
                </a:solidFill>
                <a:latin typeface="Arial"/>
                <a:ea typeface="Arial"/>
                <a:cs typeface="Arial"/>
              </a:defRPr>
            </a:pPr>
            <a:r>
              <a:rPr sz="1050" b="0">
                <a:solidFill>
                  <a:srgbClr val="536C60"/>
                </a:solidFill>
                <a:latin typeface="Arial"/>
                <a:ea typeface="Arial"/>
                <a:cs typeface="Arial"/>
              </a:rPr>
              <a:t>07</a:t>
            </a:r>
          </a:p>
        </p:txBody>
      </p:sp>
      <p:sp>
        <p:nvSpPr>
          <p:cNvPr id="5" name="text-4">
            <a:extLst xmlns:a="http://schemas.openxmlformats.org/drawingml/2006/main">
              <a:ext uri="{FF2B5EF4-FFF2-40B4-BE49-F238E27FC236}">
                <a16:creationId xmlns:a16="http://schemas.microsoft.com/office/drawing/2014/main" id="{B99FDF61-94D9-49CE-9EEB-54B50C56F572}"/>
              </a:ext>
            </a:extLst>
          </p:cNvPr>
          <p:cNvSpPr>
            <a:spLocks xmlns:a="http://schemas.openxmlformats.org/drawingml/2006/main" noGrp="1"/>
          </p:cNvSpPr>
          <p:nvPr/>
        </p:nvSpPr>
        <p:spPr>
          <a:xfrm xmlns:a="http://schemas.openxmlformats.org/drawingml/2006/main">
            <a:off x="609600" y="22860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Auto</a:t>
            </a:r>
          </a:p>
        </p:txBody>
      </p:sp>
      <p:sp>
        <p:nvSpPr>
          <p:cNvPr id="6" name="text-5">
            <a:extLst xmlns:a="http://schemas.openxmlformats.org/drawingml/2006/main">
              <a:ext uri="{FF2B5EF4-FFF2-40B4-BE49-F238E27FC236}">
                <a16:creationId xmlns:a16="http://schemas.microsoft.com/office/drawing/2014/main" id="{81A24C5B-B9E6-432E-B71E-2975B1D790F5}"/>
              </a:ext>
            </a:extLst>
          </p:cNvPr>
          <p:cNvSpPr>
            <a:spLocks xmlns:a="http://schemas.openxmlformats.org/drawingml/2006/main" noGrp="1"/>
          </p:cNvSpPr>
          <p:nvPr/>
        </p:nvSpPr>
        <p:spPr>
          <a:xfrm xmlns:a="http://schemas.openxmlformats.org/drawingml/2006/main">
            <a:off x="609600" y="2867025"/>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Pump ON: soil ≤30% and water ≥25%.</a:t>
            </a:r>
          </a:p>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Pump OFF: soil ≥45% or water ≤15%.</a:t>
            </a:r>
          </a:p>
        </p:txBody>
      </p:sp>
      <p:sp>
        <p:nvSpPr>
          <p:cNvPr id="7" name="text-6">
            <a:extLst xmlns:a="http://schemas.openxmlformats.org/drawingml/2006/main">
              <a:ext uri="{FF2B5EF4-FFF2-40B4-BE49-F238E27FC236}">
                <a16:creationId xmlns:a16="http://schemas.microsoft.com/office/drawing/2014/main" id="{A6458046-8C84-4CF0-9FBE-275733A1EBA5}"/>
              </a:ext>
            </a:extLst>
          </p:cNvPr>
          <p:cNvSpPr>
            <a:spLocks xmlns:a="http://schemas.openxmlformats.org/drawingml/2006/main" noGrp="1"/>
          </p:cNvSpPr>
          <p:nvPr/>
        </p:nvSpPr>
        <p:spPr>
          <a:xfrm xmlns:a="http://schemas.openxmlformats.org/drawingml/2006/main">
            <a:off x="6477000" y="22860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Manual</a:t>
            </a:r>
          </a:p>
        </p:txBody>
      </p:sp>
      <p:sp>
        <p:nvSpPr>
          <p:cNvPr id="8" name="text-7">
            <a:extLst xmlns:a="http://schemas.openxmlformats.org/drawingml/2006/main">
              <a:ext uri="{FF2B5EF4-FFF2-40B4-BE49-F238E27FC236}">
                <a16:creationId xmlns:a16="http://schemas.microsoft.com/office/drawing/2014/main" id="{CAF7A00F-5C0B-4236-831F-104B2936F428}"/>
              </a:ext>
            </a:extLst>
          </p:cNvPr>
          <p:cNvSpPr>
            <a:spLocks xmlns:a="http://schemas.openxmlformats.org/drawingml/2006/main" noGrp="1"/>
          </p:cNvSpPr>
          <p:nvPr/>
        </p:nvSpPr>
        <p:spPr>
          <a:xfrm xmlns:a="http://schemas.openxmlformats.org/drawingml/2006/main">
            <a:off x="6477000" y="2867025"/>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30 seconds, 1 minute or 5 minutes. The board ends the timer and returns to Auto.</a:t>
            </a:r>
          </a:p>
        </p:txBody>
      </p:sp>
      <p:sp>
        <p:nvSpPr>
          <p:cNvPr id="9" name="text-8">
            <a:extLst xmlns:a="http://schemas.openxmlformats.org/drawingml/2006/main">
              <a:ext uri="{FF2B5EF4-FFF2-40B4-BE49-F238E27FC236}">
                <a16:creationId xmlns:a16="http://schemas.microsoft.com/office/drawing/2014/main" id="{CA4D8DC6-CEE9-42F2-A75E-F9434417B3CC}"/>
              </a:ext>
            </a:extLst>
          </p:cNvPr>
          <p:cNvSpPr>
            <a:spLocks xmlns:a="http://schemas.openxmlformats.org/drawingml/2006/main" noGrp="1"/>
          </p:cNvSpPr>
          <p:nvPr/>
        </p:nvSpPr>
        <p:spPr>
          <a:xfrm xmlns:a="http://schemas.openxmlformats.org/drawingml/2006/main">
            <a:off x="609600" y="4619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1">
                <a:solidFill>
                  <a:srgbClr val="205C45"/>
                </a:solidFill>
                <a:latin typeface="Arial"/>
                <a:ea typeface="Arial"/>
                <a:cs typeface="Arial"/>
              </a:defRPr>
            </a:defPPr>
            <a:lvl1pPr>
              <a:defRPr sz="2175" b="1">
                <a:solidFill>
                  <a:srgbClr val="205C45"/>
                </a:solidFill>
                <a:latin typeface="Arial"/>
                <a:ea typeface="Arial"/>
                <a:cs typeface="Arial"/>
              </a:defRPr>
            </a:lvl1pPr>
            <a:lvl2pPr>
              <a:defRPr sz="2175" b="1">
                <a:solidFill>
                  <a:srgbClr val="205C45"/>
                </a:solidFill>
                <a:latin typeface="Arial"/>
                <a:ea typeface="Arial"/>
                <a:cs typeface="Arial"/>
              </a:defRPr>
            </a:lvl2pPr>
            <a:lvl3pPr>
              <a:defRPr sz="2175" b="1">
                <a:solidFill>
                  <a:srgbClr val="205C45"/>
                </a:solidFill>
                <a:latin typeface="Arial"/>
                <a:ea typeface="Arial"/>
                <a:cs typeface="Arial"/>
              </a:defRPr>
            </a:lvl3pPr>
            <a:lvl4pPr>
              <a:defRPr sz="2175" b="1">
                <a:solidFill>
                  <a:srgbClr val="205C45"/>
                </a:solidFill>
                <a:latin typeface="Arial"/>
                <a:ea typeface="Arial"/>
                <a:cs typeface="Arial"/>
              </a:defRPr>
            </a:lvl4pPr>
            <a:lvl5pPr>
              <a:defRPr sz="2175" b="1">
                <a:solidFill>
                  <a:srgbClr val="205C45"/>
                </a:solidFill>
                <a:latin typeface="Arial"/>
                <a:ea typeface="Arial"/>
                <a:cs typeface="Arial"/>
              </a:defRPr>
            </a:lvl5pPr>
            <a:lvl6pPr>
              <a:defRPr sz="2175" b="1">
                <a:solidFill>
                  <a:srgbClr val="205C45"/>
                </a:solidFill>
                <a:latin typeface="Arial"/>
                <a:ea typeface="Arial"/>
                <a:cs typeface="Arial"/>
              </a:defRPr>
            </a:lvl6pPr>
            <a:lvl7pPr>
              <a:defRPr sz="2175" b="1">
                <a:solidFill>
                  <a:srgbClr val="205C45"/>
                </a:solidFill>
                <a:latin typeface="Arial"/>
                <a:ea typeface="Arial"/>
                <a:cs typeface="Arial"/>
              </a:defRPr>
            </a:lvl7pPr>
            <a:lvl8pPr>
              <a:defRPr sz="2175" b="1">
                <a:solidFill>
                  <a:srgbClr val="205C45"/>
                </a:solidFill>
                <a:latin typeface="Arial"/>
                <a:ea typeface="Arial"/>
                <a:cs typeface="Arial"/>
              </a:defRPr>
            </a:lvl8pPr>
            <a:lvl9pPr>
              <a:defRPr sz="2175" b="1">
                <a:solidFill>
                  <a:srgbClr val="205C45"/>
                </a:solidFill>
                <a:latin typeface="Arial"/>
                <a:ea typeface="Arial"/>
                <a:cs typeface="Arial"/>
              </a:defRPr>
            </a:lvl9pPr>
          </a:lstStyle>
          <a:p xmlns:a="http://schemas.openxmlformats.org/drawingml/2006/main">
            <a:pPr>
              <a:defRPr sz="2175" b="1">
                <a:solidFill>
                  <a:srgbClr val="205C45"/>
                </a:solidFill>
                <a:latin typeface="Arial"/>
                <a:ea typeface="Arial"/>
                <a:cs typeface="Arial"/>
              </a:defRPr>
            </a:pPr>
            <a:r>
              <a:rPr sz="2175" b="1">
                <a:solidFill>
                  <a:srgbClr val="205C45"/>
                </a:solidFill>
                <a:latin typeface="Arial"/>
                <a:ea typeface="Arial"/>
                <a:cs typeface="Arial"/>
              </a:rPr>
              <a:t>Built-in limits</a:t>
            </a:r>
          </a:p>
        </p:txBody>
      </p:sp>
      <p:sp>
        <p:nvSpPr>
          <p:cNvPr id="10" name="text-9">
            <a:extLst xmlns:a="http://schemas.openxmlformats.org/drawingml/2006/main">
              <a:ext uri="{FF2B5EF4-FFF2-40B4-BE49-F238E27FC236}">
                <a16:creationId xmlns:a16="http://schemas.microsoft.com/office/drawing/2014/main" id="{C5F1512D-0658-441C-B185-00E40D2D4771}"/>
              </a:ext>
            </a:extLst>
          </p:cNvPr>
          <p:cNvSpPr>
            <a:spLocks xmlns:a="http://schemas.openxmlformats.org/drawingml/2006/main" noGrp="1"/>
          </p:cNvSpPr>
          <p:nvPr/>
        </p:nvSpPr>
        <p:spPr>
          <a:xfrm xmlns:a="http://schemas.openxmlformats.org/drawingml/2006/main">
            <a:off x="609600" y="521970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Existing protective stops remain active. Stale readings disable new controls.</a:t>
            </a:r>
          </a:p>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The board reports output state without separate physical actuator feedback.</a:t>
            </a:r>
          </a:p>
        </p:txBody>
      </p:sp>
    </p:spTree>
    <p:extLst>
      <p:ext uri="{BB962C8B-B14F-4D97-AF65-F5344CB8AC3E}">
        <p14:creationId xmlns:p14="http://schemas.microsoft.com/office/powerpoint/2010/main" val="1625672274"/>
      </p:ext>
    </p:extLst>
  </p:cSld>
</p:sld>
</file>

<file path=ppt/slides/slide8.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E78264D-4B86-4337-A7F3-41659048D11D}"/>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205C45"/>
                </a:solidFill>
                <a:latin typeface="Arial"/>
                <a:ea typeface="Arial"/>
                <a:cs typeface="Arial"/>
              </a:defRPr>
            </a:defPPr>
            <a:lvl1pPr>
              <a:defRPr sz="1275" b="1">
                <a:solidFill>
                  <a:srgbClr val="205C45"/>
                </a:solidFill>
                <a:latin typeface="Arial"/>
                <a:ea typeface="Arial"/>
                <a:cs typeface="Arial"/>
              </a:defRPr>
            </a:lvl1pPr>
            <a:lvl2pPr>
              <a:defRPr sz="1275" b="1">
                <a:solidFill>
                  <a:srgbClr val="205C45"/>
                </a:solidFill>
                <a:latin typeface="Arial"/>
                <a:ea typeface="Arial"/>
                <a:cs typeface="Arial"/>
              </a:defRPr>
            </a:lvl2pPr>
            <a:lvl3pPr>
              <a:defRPr sz="1275" b="1">
                <a:solidFill>
                  <a:srgbClr val="205C45"/>
                </a:solidFill>
                <a:latin typeface="Arial"/>
                <a:ea typeface="Arial"/>
                <a:cs typeface="Arial"/>
              </a:defRPr>
            </a:lvl3pPr>
            <a:lvl4pPr>
              <a:defRPr sz="1275" b="1">
                <a:solidFill>
                  <a:srgbClr val="205C45"/>
                </a:solidFill>
                <a:latin typeface="Arial"/>
                <a:ea typeface="Arial"/>
                <a:cs typeface="Arial"/>
              </a:defRPr>
            </a:lvl4pPr>
            <a:lvl5pPr>
              <a:defRPr sz="1275" b="1">
                <a:solidFill>
                  <a:srgbClr val="205C45"/>
                </a:solidFill>
                <a:latin typeface="Arial"/>
                <a:ea typeface="Arial"/>
                <a:cs typeface="Arial"/>
              </a:defRPr>
            </a:lvl5pPr>
            <a:lvl6pPr>
              <a:defRPr sz="1275" b="1">
                <a:solidFill>
                  <a:srgbClr val="205C45"/>
                </a:solidFill>
                <a:latin typeface="Arial"/>
                <a:ea typeface="Arial"/>
                <a:cs typeface="Arial"/>
              </a:defRPr>
            </a:lvl6pPr>
            <a:lvl7pPr>
              <a:defRPr sz="1275" b="1">
                <a:solidFill>
                  <a:srgbClr val="205C45"/>
                </a:solidFill>
                <a:latin typeface="Arial"/>
                <a:ea typeface="Arial"/>
                <a:cs typeface="Arial"/>
              </a:defRPr>
            </a:lvl7pPr>
            <a:lvl8pPr>
              <a:defRPr sz="1275" b="1">
                <a:solidFill>
                  <a:srgbClr val="205C45"/>
                </a:solidFill>
                <a:latin typeface="Arial"/>
                <a:ea typeface="Arial"/>
                <a:cs typeface="Arial"/>
              </a:defRPr>
            </a:lvl8pPr>
            <a:lvl9pPr>
              <a:defRPr sz="1275" b="1">
                <a:solidFill>
                  <a:srgbClr val="205C45"/>
                </a:solidFill>
                <a:latin typeface="Arial"/>
                <a:ea typeface="Arial"/>
                <a:cs typeface="Arial"/>
              </a:defRPr>
            </a:lvl9pPr>
          </a:lstStyle>
          <a:p xmlns:a="http://schemas.openxmlformats.org/drawingml/2006/main">
            <a:pPr>
              <a:defRPr sz="1275" b="1">
                <a:solidFill>
                  <a:srgbClr val="205C45"/>
                </a:solidFill>
                <a:latin typeface="Arial"/>
                <a:ea typeface="Arial"/>
                <a:cs typeface="Arial"/>
              </a:defRPr>
            </a:pPr>
            <a:r>
              <a:rPr sz="1275" b="1">
                <a:solidFill>
                  <a:srgbClr val="205C45"/>
                </a:solidFill>
                <a:latin typeface="Arial"/>
                <a:ea typeface="Arial"/>
                <a:cs typeface="Arial"/>
              </a:rPr>
              <a:t>WHY SOMEONE WOULD CHOOSE VERDANT</a:t>
            </a:r>
          </a:p>
        </p:txBody>
      </p:sp>
      <p:sp>
        <p:nvSpPr>
          <p:cNvPr id="2" name="text-1">
            <a:extLst xmlns:a="http://schemas.openxmlformats.org/drawingml/2006/main">
              <a:ext uri="{FF2B5EF4-FFF2-40B4-BE49-F238E27FC236}">
                <a16:creationId xmlns:a16="http://schemas.microsoft.com/office/drawing/2014/main" id="{CE40188F-F8D4-41F3-804B-C39BD9D12E0C}"/>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83E32"/>
                </a:solidFill>
                <a:latin typeface="Arial"/>
                <a:ea typeface="Arial"/>
                <a:cs typeface="Arial"/>
              </a:defRPr>
            </a:defPPr>
            <a:lvl1pPr>
              <a:defRPr sz="3450" b="1">
                <a:solidFill>
                  <a:srgbClr val="183E32"/>
                </a:solidFill>
                <a:latin typeface="Arial"/>
                <a:ea typeface="Arial"/>
                <a:cs typeface="Arial"/>
              </a:defRPr>
            </a:lvl1pPr>
            <a:lvl2pPr>
              <a:defRPr sz="3450" b="1">
                <a:solidFill>
                  <a:srgbClr val="183E32"/>
                </a:solidFill>
                <a:latin typeface="Arial"/>
                <a:ea typeface="Arial"/>
                <a:cs typeface="Arial"/>
              </a:defRPr>
            </a:lvl2pPr>
            <a:lvl3pPr>
              <a:defRPr sz="3450" b="1">
                <a:solidFill>
                  <a:srgbClr val="183E32"/>
                </a:solidFill>
                <a:latin typeface="Arial"/>
                <a:ea typeface="Arial"/>
                <a:cs typeface="Arial"/>
              </a:defRPr>
            </a:lvl3pPr>
            <a:lvl4pPr>
              <a:defRPr sz="3450" b="1">
                <a:solidFill>
                  <a:srgbClr val="183E32"/>
                </a:solidFill>
                <a:latin typeface="Arial"/>
                <a:ea typeface="Arial"/>
                <a:cs typeface="Arial"/>
              </a:defRPr>
            </a:lvl4pPr>
            <a:lvl5pPr>
              <a:defRPr sz="3450" b="1">
                <a:solidFill>
                  <a:srgbClr val="183E32"/>
                </a:solidFill>
                <a:latin typeface="Arial"/>
                <a:ea typeface="Arial"/>
                <a:cs typeface="Arial"/>
              </a:defRPr>
            </a:lvl5pPr>
            <a:lvl6pPr>
              <a:defRPr sz="3450" b="1">
                <a:solidFill>
                  <a:srgbClr val="183E32"/>
                </a:solidFill>
                <a:latin typeface="Arial"/>
                <a:ea typeface="Arial"/>
                <a:cs typeface="Arial"/>
              </a:defRPr>
            </a:lvl6pPr>
            <a:lvl7pPr>
              <a:defRPr sz="3450" b="1">
                <a:solidFill>
                  <a:srgbClr val="183E32"/>
                </a:solidFill>
                <a:latin typeface="Arial"/>
                <a:ea typeface="Arial"/>
                <a:cs typeface="Arial"/>
              </a:defRPr>
            </a:lvl7pPr>
            <a:lvl8pPr>
              <a:defRPr sz="3450" b="1">
                <a:solidFill>
                  <a:srgbClr val="183E32"/>
                </a:solidFill>
                <a:latin typeface="Arial"/>
                <a:ea typeface="Arial"/>
                <a:cs typeface="Arial"/>
              </a:defRPr>
            </a:lvl8pPr>
            <a:lvl9pPr>
              <a:defRPr sz="3450" b="1">
                <a:solidFill>
                  <a:srgbClr val="183E32"/>
                </a:solidFill>
                <a:latin typeface="Arial"/>
                <a:ea typeface="Arial"/>
                <a:cs typeface="Arial"/>
              </a:defRPr>
            </a:lvl9pPr>
          </a:lstStyle>
          <a:p xmlns:a="http://schemas.openxmlformats.org/drawingml/2006/main">
            <a:pPr>
              <a:defRPr sz="3450" b="1">
                <a:solidFill>
                  <a:srgbClr val="183E32"/>
                </a:solidFill>
                <a:latin typeface="Arial"/>
                <a:ea typeface="Arial"/>
                <a:cs typeface="Arial"/>
              </a:defRPr>
            </a:pPr>
            <a:r>
              <a:rPr sz="3450" b="1">
                <a:solidFill>
                  <a:srgbClr val="183E32"/>
                </a:solidFill>
                <a:latin typeface="Arial"/>
                <a:ea typeface="Arial"/>
                <a:cs typeface="Arial"/>
              </a:rPr>
              <a:t>Watering visibility for small growing spaces</a:t>
            </a:r>
          </a:p>
        </p:txBody>
      </p:sp>
      <p:sp>
        <p:nvSpPr>
          <p:cNvPr id="3" name="text-2">
            <a:extLst xmlns:a="http://schemas.openxmlformats.org/drawingml/2006/main">
              <a:ext uri="{FF2B5EF4-FFF2-40B4-BE49-F238E27FC236}">
                <a16:creationId xmlns:a16="http://schemas.microsoft.com/office/drawing/2014/main" id="{B07DFBF2-2676-4041-A70E-2F48FDB2C1D5}"/>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536C60"/>
                </a:solidFill>
                <a:latin typeface="Arial"/>
                <a:ea typeface="Arial"/>
                <a:cs typeface="Arial"/>
              </a:defRPr>
            </a:defPPr>
            <a:lvl1pPr>
              <a:defRPr sz="975" b="0">
                <a:solidFill>
                  <a:srgbClr val="536C60"/>
                </a:solidFill>
                <a:latin typeface="Arial"/>
                <a:ea typeface="Arial"/>
                <a:cs typeface="Arial"/>
              </a:defRPr>
            </a:lvl1pPr>
            <a:lvl2pPr>
              <a:defRPr sz="975" b="0">
                <a:solidFill>
                  <a:srgbClr val="536C60"/>
                </a:solidFill>
                <a:latin typeface="Arial"/>
                <a:ea typeface="Arial"/>
                <a:cs typeface="Arial"/>
              </a:defRPr>
            </a:lvl2pPr>
            <a:lvl3pPr>
              <a:defRPr sz="975" b="0">
                <a:solidFill>
                  <a:srgbClr val="536C60"/>
                </a:solidFill>
                <a:latin typeface="Arial"/>
                <a:ea typeface="Arial"/>
                <a:cs typeface="Arial"/>
              </a:defRPr>
            </a:lvl3pPr>
            <a:lvl4pPr>
              <a:defRPr sz="975" b="0">
                <a:solidFill>
                  <a:srgbClr val="536C60"/>
                </a:solidFill>
                <a:latin typeface="Arial"/>
                <a:ea typeface="Arial"/>
                <a:cs typeface="Arial"/>
              </a:defRPr>
            </a:lvl4pPr>
            <a:lvl5pPr>
              <a:defRPr sz="975" b="0">
                <a:solidFill>
                  <a:srgbClr val="536C60"/>
                </a:solidFill>
                <a:latin typeface="Arial"/>
                <a:ea typeface="Arial"/>
                <a:cs typeface="Arial"/>
              </a:defRPr>
            </a:lvl5pPr>
            <a:lvl6pPr>
              <a:defRPr sz="975" b="0">
                <a:solidFill>
                  <a:srgbClr val="536C60"/>
                </a:solidFill>
                <a:latin typeface="Arial"/>
                <a:ea typeface="Arial"/>
                <a:cs typeface="Arial"/>
              </a:defRPr>
            </a:lvl6pPr>
            <a:lvl7pPr>
              <a:defRPr sz="975" b="0">
                <a:solidFill>
                  <a:srgbClr val="536C60"/>
                </a:solidFill>
                <a:latin typeface="Arial"/>
                <a:ea typeface="Arial"/>
                <a:cs typeface="Arial"/>
              </a:defRPr>
            </a:lvl7pPr>
            <a:lvl8pPr>
              <a:defRPr sz="975" b="0">
                <a:solidFill>
                  <a:srgbClr val="536C60"/>
                </a:solidFill>
                <a:latin typeface="Arial"/>
                <a:ea typeface="Arial"/>
                <a:cs typeface="Arial"/>
              </a:defRPr>
            </a:lvl8pPr>
            <a:lvl9pPr>
              <a:defRPr sz="975" b="0">
                <a:solidFill>
                  <a:srgbClr val="536C60"/>
                </a:solidFill>
                <a:latin typeface="Arial"/>
                <a:ea typeface="Arial"/>
                <a:cs typeface="Arial"/>
              </a:defRPr>
            </a:lvl9pPr>
          </a:lstStyle>
          <a:p xmlns:a="http://schemas.openxmlformats.org/drawingml/2006/main">
            <a:pPr>
              <a:defRPr sz="975" b="0">
                <a:solidFill>
                  <a:srgbClr val="536C60"/>
                </a:solidFill>
                <a:latin typeface="Arial"/>
                <a:ea typeface="Arial"/>
                <a:cs typeface="Arial"/>
              </a:defRPr>
            </a:pPr>
            <a:r>
              <a:rPr sz="975" b="0">
                <a:solidFill>
                  <a:srgbClr val="536C60"/>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2D94AD4F-53A1-4989-89EE-37885079C742}"/>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536C60"/>
                </a:solidFill>
                <a:latin typeface="Arial"/>
                <a:ea typeface="Arial"/>
                <a:cs typeface="Arial"/>
              </a:defRPr>
            </a:defPPr>
            <a:lvl1pPr>
              <a:defRPr sz="1050" b="0">
                <a:solidFill>
                  <a:srgbClr val="536C60"/>
                </a:solidFill>
                <a:latin typeface="Arial"/>
                <a:ea typeface="Arial"/>
                <a:cs typeface="Arial"/>
              </a:defRPr>
            </a:lvl1pPr>
            <a:lvl2pPr>
              <a:defRPr sz="1050" b="0">
                <a:solidFill>
                  <a:srgbClr val="536C60"/>
                </a:solidFill>
                <a:latin typeface="Arial"/>
                <a:ea typeface="Arial"/>
                <a:cs typeface="Arial"/>
              </a:defRPr>
            </a:lvl2pPr>
            <a:lvl3pPr>
              <a:defRPr sz="1050" b="0">
                <a:solidFill>
                  <a:srgbClr val="536C60"/>
                </a:solidFill>
                <a:latin typeface="Arial"/>
                <a:ea typeface="Arial"/>
                <a:cs typeface="Arial"/>
              </a:defRPr>
            </a:lvl3pPr>
            <a:lvl4pPr>
              <a:defRPr sz="1050" b="0">
                <a:solidFill>
                  <a:srgbClr val="536C60"/>
                </a:solidFill>
                <a:latin typeface="Arial"/>
                <a:ea typeface="Arial"/>
                <a:cs typeface="Arial"/>
              </a:defRPr>
            </a:lvl4pPr>
            <a:lvl5pPr>
              <a:defRPr sz="1050" b="0">
                <a:solidFill>
                  <a:srgbClr val="536C60"/>
                </a:solidFill>
                <a:latin typeface="Arial"/>
                <a:ea typeface="Arial"/>
                <a:cs typeface="Arial"/>
              </a:defRPr>
            </a:lvl5pPr>
            <a:lvl6pPr>
              <a:defRPr sz="1050" b="0">
                <a:solidFill>
                  <a:srgbClr val="536C60"/>
                </a:solidFill>
                <a:latin typeface="Arial"/>
                <a:ea typeface="Arial"/>
                <a:cs typeface="Arial"/>
              </a:defRPr>
            </a:lvl6pPr>
            <a:lvl7pPr>
              <a:defRPr sz="1050" b="0">
                <a:solidFill>
                  <a:srgbClr val="536C60"/>
                </a:solidFill>
                <a:latin typeface="Arial"/>
                <a:ea typeface="Arial"/>
                <a:cs typeface="Arial"/>
              </a:defRPr>
            </a:lvl7pPr>
            <a:lvl8pPr>
              <a:defRPr sz="1050" b="0">
                <a:solidFill>
                  <a:srgbClr val="536C60"/>
                </a:solidFill>
                <a:latin typeface="Arial"/>
                <a:ea typeface="Arial"/>
                <a:cs typeface="Arial"/>
              </a:defRPr>
            </a:lvl8pPr>
            <a:lvl9pPr>
              <a:defRPr sz="1050" b="0">
                <a:solidFill>
                  <a:srgbClr val="536C60"/>
                </a:solidFill>
                <a:latin typeface="Arial"/>
                <a:ea typeface="Arial"/>
                <a:cs typeface="Arial"/>
              </a:defRPr>
            </a:lvl9pPr>
          </a:lstStyle>
          <a:p xmlns:a="http://schemas.openxmlformats.org/drawingml/2006/main">
            <a:pPr>
              <a:defRPr sz="1050" b="0">
                <a:solidFill>
                  <a:srgbClr val="536C60"/>
                </a:solidFill>
                <a:latin typeface="Arial"/>
                <a:ea typeface="Arial"/>
                <a:cs typeface="Arial"/>
              </a:defRPr>
            </a:pPr>
            <a:r>
              <a:rPr sz="1050" b="0">
                <a:solidFill>
                  <a:srgbClr val="536C60"/>
                </a:solidFill>
                <a:latin typeface="Arial"/>
                <a:ea typeface="Arial"/>
                <a:cs typeface="Arial"/>
              </a:rPr>
              <a:t>08</a:t>
            </a:r>
          </a:p>
        </p:txBody>
      </p:sp>
      <p:sp>
        <p:nvSpPr>
          <p:cNvPr id="5" name="text-4">
            <a:extLst xmlns:a="http://schemas.openxmlformats.org/drawingml/2006/main">
              <a:ext uri="{FF2B5EF4-FFF2-40B4-BE49-F238E27FC236}">
                <a16:creationId xmlns:a16="http://schemas.microsoft.com/office/drawing/2014/main" id="{AB800B64-1309-469C-B2FF-5AD13E14A817}"/>
              </a:ext>
            </a:extLst>
          </p:cNvPr>
          <p:cNvSpPr>
            <a:spLocks xmlns:a="http://schemas.openxmlformats.org/drawingml/2006/main" noGrp="1"/>
          </p:cNvSpPr>
          <p:nvPr/>
        </p:nvSpPr>
        <p:spPr>
          <a:xfrm xmlns:a="http://schemas.openxmlformats.org/drawingml/2006/main">
            <a:off x="609600" y="23622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75" b="1">
                <a:solidFill>
                  <a:srgbClr val="205C45"/>
                </a:solidFill>
                <a:latin typeface="Arial"/>
                <a:ea typeface="Arial"/>
                <a:cs typeface="Arial"/>
              </a:defRPr>
            </a:defPPr>
            <a:lvl1pPr>
              <a:defRPr sz="2475" b="1">
                <a:solidFill>
                  <a:srgbClr val="205C45"/>
                </a:solidFill>
                <a:latin typeface="Arial"/>
                <a:ea typeface="Arial"/>
                <a:cs typeface="Arial"/>
              </a:defRPr>
            </a:lvl1pPr>
            <a:lvl2pPr>
              <a:defRPr sz="2475" b="1">
                <a:solidFill>
                  <a:srgbClr val="205C45"/>
                </a:solidFill>
                <a:latin typeface="Arial"/>
                <a:ea typeface="Arial"/>
                <a:cs typeface="Arial"/>
              </a:defRPr>
            </a:lvl2pPr>
            <a:lvl3pPr>
              <a:defRPr sz="2475" b="1">
                <a:solidFill>
                  <a:srgbClr val="205C45"/>
                </a:solidFill>
                <a:latin typeface="Arial"/>
                <a:ea typeface="Arial"/>
                <a:cs typeface="Arial"/>
              </a:defRPr>
            </a:lvl3pPr>
            <a:lvl4pPr>
              <a:defRPr sz="2475" b="1">
                <a:solidFill>
                  <a:srgbClr val="205C45"/>
                </a:solidFill>
                <a:latin typeface="Arial"/>
                <a:ea typeface="Arial"/>
                <a:cs typeface="Arial"/>
              </a:defRPr>
            </a:lvl4pPr>
            <a:lvl5pPr>
              <a:defRPr sz="2475" b="1">
                <a:solidFill>
                  <a:srgbClr val="205C45"/>
                </a:solidFill>
                <a:latin typeface="Arial"/>
                <a:ea typeface="Arial"/>
                <a:cs typeface="Arial"/>
              </a:defRPr>
            </a:lvl5pPr>
            <a:lvl6pPr>
              <a:defRPr sz="2475" b="1">
                <a:solidFill>
                  <a:srgbClr val="205C45"/>
                </a:solidFill>
                <a:latin typeface="Arial"/>
                <a:ea typeface="Arial"/>
                <a:cs typeface="Arial"/>
              </a:defRPr>
            </a:lvl6pPr>
            <a:lvl7pPr>
              <a:defRPr sz="2475" b="1">
                <a:solidFill>
                  <a:srgbClr val="205C45"/>
                </a:solidFill>
                <a:latin typeface="Arial"/>
                <a:ea typeface="Arial"/>
                <a:cs typeface="Arial"/>
              </a:defRPr>
            </a:lvl7pPr>
            <a:lvl8pPr>
              <a:defRPr sz="2475" b="1">
                <a:solidFill>
                  <a:srgbClr val="205C45"/>
                </a:solidFill>
                <a:latin typeface="Arial"/>
                <a:ea typeface="Arial"/>
                <a:cs typeface="Arial"/>
              </a:defRPr>
            </a:lvl8pPr>
            <a:lvl9pPr>
              <a:defRPr sz="2475" b="1">
                <a:solidFill>
                  <a:srgbClr val="205C45"/>
                </a:solidFill>
                <a:latin typeface="Arial"/>
                <a:ea typeface="Arial"/>
                <a:cs typeface="Arial"/>
              </a:defRPr>
            </a:lvl9pPr>
          </a:lstStyle>
          <a:p xmlns:a="http://schemas.openxmlformats.org/drawingml/2006/main">
            <a:pPr>
              <a:defRPr sz="2475" b="1">
                <a:solidFill>
                  <a:srgbClr val="205C45"/>
                </a:solidFill>
                <a:latin typeface="Arial"/>
                <a:ea typeface="Arial"/>
                <a:cs typeface="Arial"/>
              </a:defRPr>
            </a:pPr>
            <a:r>
              <a:rPr sz="2475" b="1">
                <a:solidFill>
                  <a:srgbClr val="205C45"/>
                </a:solidFill>
                <a:latin typeface="Arial"/>
                <a:ea typeface="Arial"/>
                <a:cs typeface="Arial"/>
              </a:rPr>
              <a:t>For a plant owner</a:t>
            </a:r>
          </a:p>
        </p:txBody>
      </p:sp>
      <p:sp>
        <p:nvSpPr>
          <p:cNvPr id="6" name="text-5">
            <a:extLst xmlns:a="http://schemas.openxmlformats.org/drawingml/2006/main">
              <a:ext uri="{FF2B5EF4-FFF2-40B4-BE49-F238E27FC236}">
                <a16:creationId xmlns:a16="http://schemas.microsoft.com/office/drawing/2014/main" id="{C4F6DE11-0F7B-4B74-AD7F-A86876C70225}"/>
              </a:ext>
            </a:extLst>
          </p:cNvPr>
          <p:cNvSpPr>
            <a:spLocks xmlns:a="http://schemas.openxmlformats.org/drawingml/2006/main" noGrp="1"/>
          </p:cNvSpPr>
          <p:nvPr/>
        </p:nvSpPr>
        <p:spPr>
          <a:xfrm xmlns:a="http://schemas.openxmlformats.org/drawingml/2006/main">
            <a:off x="609600" y="3095625"/>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536C60"/>
                </a:solidFill>
                <a:latin typeface="Arial"/>
                <a:ea typeface="Arial"/>
                <a:cs typeface="Arial"/>
              </a:defRPr>
            </a:defPPr>
            <a:lvl1pPr>
              <a:defRPr sz="2100" b="0">
                <a:solidFill>
                  <a:srgbClr val="536C60"/>
                </a:solidFill>
                <a:latin typeface="Arial"/>
                <a:ea typeface="Arial"/>
                <a:cs typeface="Arial"/>
              </a:defRPr>
            </a:lvl1pPr>
            <a:lvl2pPr>
              <a:defRPr sz="2100" b="0">
                <a:solidFill>
                  <a:srgbClr val="536C60"/>
                </a:solidFill>
                <a:latin typeface="Arial"/>
                <a:ea typeface="Arial"/>
                <a:cs typeface="Arial"/>
              </a:defRPr>
            </a:lvl2pPr>
            <a:lvl3pPr>
              <a:defRPr sz="2100" b="0">
                <a:solidFill>
                  <a:srgbClr val="536C60"/>
                </a:solidFill>
                <a:latin typeface="Arial"/>
                <a:ea typeface="Arial"/>
                <a:cs typeface="Arial"/>
              </a:defRPr>
            </a:lvl3pPr>
            <a:lvl4pPr>
              <a:defRPr sz="2100" b="0">
                <a:solidFill>
                  <a:srgbClr val="536C60"/>
                </a:solidFill>
                <a:latin typeface="Arial"/>
                <a:ea typeface="Arial"/>
                <a:cs typeface="Arial"/>
              </a:defRPr>
            </a:lvl4pPr>
            <a:lvl5pPr>
              <a:defRPr sz="2100" b="0">
                <a:solidFill>
                  <a:srgbClr val="536C60"/>
                </a:solidFill>
                <a:latin typeface="Arial"/>
                <a:ea typeface="Arial"/>
                <a:cs typeface="Arial"/>
              </a:defRPr>
            </a:lvl5pPr>
            <a:lvl6pPr>
              <a:defRPr sz="2100" b="0">
                <a:solidFill>
                  <a:srgbClr val="536C60"/>
                </a:solidFill>
                <a:latin typeface="Arial"/>
                <a:ea typeface="Arial"/>
                <a:cs typeface="Arial"/>
              </a:defRPr>
            </a:lvl6pPr>
            <a:lvl7pPr>
              <a:defRPr sz="2100" b="0">
                <a:solidFill>
                  <a:srgbClr val="536C60"/>
                </a:solidFill>
                <a:latin typeface="Arial"/>
                <a:ea typeface="Arial"/>
                <a:cs typeface="Arial"/>
              </a:defRPr>
            </a:lvl7pPr>
            <a:lvl8pPr>
              <a:defRPr sz="2100" b="0">
                <a:solidFill>
                  <a:srgbClr val="536C60"/>
                </a:solidFill>
                <a:latin typeface="Arial"/>
                <a:ea typeface="Arial"/>
                <a:cs typeface="Arial"/>
              </a:defRPr>
            </a:lvl8pPr>
            <a:lvl9pPr>
              <a:defRPr sz="2100" b="0">
                <a:solidFill>
                  <a:srgbClr val="536C60"/>
                </a:solidFill>
                <a:latin typeface="Arial"/>
                <a:ea typeface="Arial"/>
                <a:cs typeface="Arial"/>
              </a:defRPr>
            </a:lvl9pPr>
          </a:lstStyle>
          <a:p xmlns:a="http://schemas.openxmlformats.org/drawingml/2006/main">
            <a:pPr>
              <a:defRPr sz="2100" b="0">
                <a:solidFill>
                  <a:srgbClr val="536C60"/>
                </a:solidFill>
                <a:latin typeface="Arial"/>
                <a:ea typeface="Arial"/>
                <a:cs typeface="Arial"/>
              </a:defRPr>
            </a:pPr>
            <a:r>
              <a:rPr sz="2100" b="0">
                <a:solidFill>
                  <a:srgbClr val="536C60"/>
                </a:solidFill>
                <a:latin typeface="Arial"/>
                <a:ea typeface="Arial"/>
                <a:cs typeface="Arial"/>
              </a:rPr>
              <a:t>One view replaces separate checks.</a:t>
            </a:r>
          </a:p>
          <a:p xmlns:a="http://schemas.openxmlformats.org/drawingml/2006/main">
            <a:pPr>
              <a:defRPr sz="2100" b="0">
                <a:solidFill>
                  <a:srgbClr val="536C60"/>
                </a:solidFill>
                <a:latin typeface="Arial"/>
                <a:ea typeface="Arial"/>
                <a:cs typeface="Arial"/>
              </a:defRPr>
            </a:pPr>
            <a:r>
              <a:rPr sz="2100" b="0">
                <a:solidFill>
                  <a:srgbClr val="536C60"/>
                </a:solidFill>
                <a:latin typeface="Arial"/>
                <a:ea typeface="Arial"/>
                <a:cs typeface="Arial"/>
              </a:rPr>
              <a:t>A timed action avoids leaving a</a:t>
            </a:r>
          </a:p>
          <a:p xmlns:a="http://schemas.openxmlformats.org/drawingml/2006/main">
            <a:pPr>
              <a:defRPr sz="2100" b="0">
                <a:solidFill>
                  <a:srgbClr val="536C60"/>
                </a:solidFill>
                <a:latin typeface="Arial"/>
                <a:ea typeface="Arial"/>
                <a:cs typeface="Arial"/>
              </a:defRPr>
            </a:pPr>
            <a:r>
              <a:rPr sz="2100" b="0">
                <a:solidFill>
                  <a:srgbClr val="536C60"/>
                </a:solidFill>
                <a:latin typeface="Arial"/>
                <a:ea typeface="Arial"/>
                <a:cs typeface="Arial"/>
              </a:rPr>
              <a:t>manual activation running indefinitely.</a:t>
            </a:r>
          </a:p>
        </p:txBody>
      </p:sp>
      <p:sp>
        <p:nvSpPr>
          <p:cNvPr id="7" name="text-6">
            <a:extLst xmlns:a="http://schemas.openxmlformats.org/drawingml/2006/main">
              <a:ext uri="{FF2B5EF4-FFF2-40B4-BE49-F238E27FC236}">
                <a16:creationId xmlns:a16="http://schemas.microsoft.com/office/drawing/2014/main" id="{A7B83221-FAC0-4F06-8672-ADDD20D466AB}"/>
              </a:ext>
            </a:extLst>
          </p:cNvPr>
          <p:cNvSpPr>
            <a:spLocks xmlns:a="http://schemas.openxmlformats.org/drawingml/2006/main" noGrp="1"/>
          </p:cNvSpPr>
          <p:nvPr/>
        </p:nvSpPr>
        <p:spPr>
          <a:xfrm xmlns:a="http://schemas.openxmlformats.org/drawingml/2006/main">
            <a:off x="6477000" y="23622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75" b="1">
                <a:solidFill>
                  <a:srgbClr val="205C45"/>
                </a:solidFill>
                <a:latin typeface="Arial"/>
                <a:ea typeface="Arial"/>
                <a:cs typeface="Arial"/>
              </a:defRPr>
            </a:defPPr>
            <a:lvl1pPr>
              <a:defRPr sz="2475" b="1">
                <a:solidFill>
                  <a:srgbClr val="205C45"/>
                </a:solidFill>
                <a:latin typeface="Arial"/>
                <a:ea typeface="Arial"/>
                <a:cs typeface="Arial"/>
              </a:defRPr>
            </a:lvl1pPr>
            <a:lvl2pPr>
              <a:defRPr sz="2475" b="1">
                <a:solidFill>
                  <a:srgbClr val="205C45"/>
                </a:solidFill>
                <a:latin typeface="Arial"/>
                <a:ea typeface="Arial"/>
                <a:cs typeface="Arial"/>
              </a:defRPr>
            </a:lvl2pPr>
            <a:lvl3pPr>
              <a:defRPr sz="2475" b="1">
                <a:solidFill>
                  <a:srgbClr val="205C45"/>
                </a:solidFill>
                <a:latin typeface="Arial"/>
                <a:ea typeface="Arial"/>
                <a:cs typeface="Arial"/>
              </a:defRPr>
            </a:lvl3pPr>
            <a:lvl4pPr>
              <a:defRPr sz="2475" b="1">
                <a:solidFill>
                  <a:srgbClr val="205C45"/>
                </a:solidFill>
                <a:latin typeface="Arial"/>
                <a:ea typeface="Arial"/>
                <a:cs typeface="Arial"/>
              </a:defRPr>
            </a:lvl4pPr>
            <a:lvl5pPr>
              <a:defRPr sz="2475" b="1">
                <a:solidFill>
                  <a:srgbClr val="205C45"/>
                </a:solidFill>
                <a:latin typeface="Arial"/>
                <a:ea typeface="Arial"/>
                <a:cs typeface="Arial"/>
              </a:defRPr>
            </a:lvl5pPr>
            <a:lvl6pPr>
              <a:defRPr sz="2475" b="1">
                <a:solidFill>
                  <a:srgbClr val="205C45"/>
                </a:solidFill>
                <a:latin typeface="Arial"/>
                <a:ea typeface="Arial"/>
                <a:cs typeface="Arial"/>
              </a:defRPr>
            </a:lvl6pPr>
            <a:lvl7pPr>
              <a:defRPr sz="2475" b="1">
                <a:solidFill>
                  <a:srgbClr val="205C45"/>
                </a:solidFill>
                <a:latin typeface="Arial"/>
                <a:ea typeface="Arial"/>
                <a:cs typeface="Arial"/>
              </a:defRPr>
            </a:lvl7pPr>
            <a:lvl8pPr>
              <a:defRPr sz="2475" b="1">
                <a:solidFill>
                  <a:srgbClr val="205C45"/>
                </a:solidFill>
                <a:latin typeface="Arial"/>
                <a:ea typeface="Arial"/>
                <a:cs typeface="Arial"/>
              </a:defRPr>
            </a:lvl8pPr>
            <a:lvl9pPr>
              <a:defRPr sz="2475" b="1">
                <a:solidFill>
                  <a:srgbClr val="205C45"/>
                </a:solidFill>
                <a:latin typeface="Arial"/>
                <a:ea typeface="Arial"/>
                <a:cs typeface="Arial"/>
              </a:defRPr>
            </a:lvl9pPr>
          </a:lstStyle>
          <a:p xmlns:a="http://schemas.openxmlformats.org/drawingml/2006/main">
            <a:pPr>
              <a:defRPr sz="2475" b="1">
                <a:solidFill>
                  <a:srgbClr val="205C45"/>
                </a:solidFill>
                <a:latin typeface="Arial"/>
                <a:ea typeface="Arial"/>
                <a:cs typeface="Arial"/>
              </a:defRPr>
            </a:pPr>
            <a:r>
              <a:rPr sz="2475" b="1">
                <a:solidFill>
                  <a:srgbClr val="205C45"/>
                </a:solidFill>
                <a:latin typeface="Arial"/>
                <a:ea typeface="Arial"/>
                <a:cs typeface="Arial"/>
              </a:rPr>
              <a:t>For a classroom</a:t>
            </a:r>
          </a:p>
        </p:txBody>
      </p:sp>
      <p:sp>
        <p:nvSpPr>
          <p:cNvPr id="8" name="text-7">
            <a:extLst xmlns:a="http://schemas.openxmlformats.org/drawingml/2006/main">
              <a:ext uri="{FF2B5EF4-FFF2-40B4-BE49-F238E27FC236}">
                <a16:creationId xmlns:a16="http://schemas.microsoft.com/office/drawing/2014/main" id="{77ED536D-FFF1-48BD-99D5-F7740ACC5A03}"/>
              </a:ext>
            </a:extLst>
          </p:cNvPr>
          <p:cNvSpPr>
            <a:spLocks xmlns:a="http://schemas.openxmlformats.org/drawingml/2006/main" noGrp="1"/>
          </p:cNvSpPr>
          <p:nvPr/>
        </p:nvSpPr>
        <p:spPr>
          <a:xfrm xmlns:a="http://schemas.openxmlformats.org/drawingml/2006/main">
            <a:off x="6477000" y="3095625"/>
            <a:ext cx="5095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536C60"/>
                </a:solidFill>
                <a:latin typeface="Arial"/>
                <a:ea typeface="Arial"/>
                <a:cs typeface="Arial"/>
              </a:defRPr>
            </a:defPPr>
            <a:lvl1pPr>
              <a:defRPr sz="2100" b="0">
                <a:solidFill>
                  <a:srgbClr val="536C60"/>
                </a:solidFill>
                <a:latin typeface="Arial"/>
                <a:ea typeface="Arial"/>
                <a:cs typeface="Arial"/>
              </a:defRPr>
            </a:lvl1pPr>
            <a:lvl2pPr>
              <a:defRPr sz="2100" b="0">
                <a:solidFill>
                  <a:srgbClr val="536C60"/>
                </a:solidFill>
                <a:latin typeface="Arial"/>
                <a:ea typeface="Arial"/>
                <a:cs typeface="Arial"/>
              </a:defRPr>
            </a:lvl2pPr>
            <a:lvl3pPr>
              <a:defRPr sz="2100" b="0">
                <a:solidFill>
                  <a:srgbClr val="536C60"/>
                </a:solidFill>
                <a:latin typeface="Arial"/>
                <a:ea typeface="Arial"/>
                <a:cs typeface="Arial"/>
              </a:defRPr>
            </a:lvl3pPr>
            <a:lvl4pPr>
              <a:defRPr sz="2100" b="0">
                <a:solidFill>
                  <a:srgbClr val="536C60"/>
                </a:solidFill>
                <a:latin typeface="Arial"/>
                <a:ea typeface="Arial"/>
                <a:cs typeface="Arial"/>
              </a:defRPr>
            </a:lvl4pPr>
            <a:lvl5pPr>
              <a:defRPr sz="2100" b="0">
                <a:solidFill>
                  <a:srgbClr val="536C60"/>
                </a:solidFill>
                <a:latin typeface="Arial"/>
                <a:ea typeface="Arial"/>
                <a:cs typeface="Arial"/>
              </a:defRPr>
            </a:lvl5pPr>
            <a:lvl6pPr>
              <a:defRPr sz="2100" b="0">
                <a:solidFill>
                  <a:srgbClr val="536C60"/>
                </a:solidFill>
                <a:latin typeface="Arial"/>
                <a:ea typeface="Arial"/>
                <a:cs typeface="Arial"/>
              </a:defRPr>
            </a:lvl6pPr>
            <a:lvl7pPr>
              <a:defRPr sz="2100" b="0">
                <a:solidFill>
                  <a:srgbClr val="536C60"/>
                </a:solidFill>
                <a:latin typeface="Arial"/>
                <a:ea typeface="Arial"/>
                <a:cs typeface="Arial"/>
              </a:defRPr>
            </a:lvl7pPr>
            <a:lvl8pPr>
              <a:defRPr sz="2100" b="0">
                <a:solidFill>
                  <a:srgbClr val="536C60"/>
                </a:solidFill>
                <a:latin typeface="Arial"/>
                <a:ea typeface="Arial"/>
                <a:cs typeface="Arial"/>
              </a:defRPr>
            </a:lvl8pPr>
            <a:lvl9pPr>
              <a:defRPr sz="2100" b="0">
                <a:solidFill>
                  <a:srgbClr val="536C60"/>
                </a:solidFill>
                <a:latin typeface="Arial"/>
                <a:ea typeface="Arial"/>
                <a:cs typeface="Arial"/>
              </a:defRPr>
            </a:lvl9pPr>
          </a:lstStyle>
          <a:p xmlns:a="http://schemas.openxmlformats.org/drawingml/2006/main">
            <a:pPr>
              <a:defRPr sz="2100" b="0">
                <a:solidFill>
                  <a:srgbClr val="536C60"/>
                </a:solidFill>
                <a:latin typeface="Arial"/>
                <a:ea typeface="Arial"/>
                <a:cs typeface="Arial"/>
              </a:defRPr>
            </a:pPr>
            <a:r>
              <a:rPr sz="2100" b="0">
                <a:solidFill>
                  <a:srgbClr val="536C60"/>
                </a:solidFill>
                <a:latin typeface="Arial"/>
                <a:ea typeface="Arial"/>
                <a:cs typeface="Arial"/>
              </a:rPr>
              <a:t>Sensor readings connect directly</a:t>
            </a:r>
          </a:p>
          <a:p xmlns:a="http://schemas.openxmlformats.org/drawingml/2006/main">
            <a:pPr>
              <a:defRPr sz="2100" b="0">
                <a:solidFill>
                  <a:srgbClr val="536C60"/>
                </a:solidFill>
                <a:latin typeface="Arial"/>
                <a:ea typeface="Arial"/>
                <a:cs typeface="Arial"/>
              </a:defRPr>
            </a:pPr>
            <a:r>
              <a:rPr sz="2100" b="0">
                <a:solidFill>
                  <a:srgbClr val="536C60"/>
                </a:solidFill>
                <a:latin typeface="Arial"/>
                <a:ea typeface="Arial"/>
                <a:cs typeface="Arial"/>
              </a:rPr>
              <a:t>to observable control decisions</a:t>
            </a:r>
          </a:p>
          <a:p xmlns:a="http://schemas.openxmlformats.org/drawingml/2006/main">
            <a:pPr>
              <a:defRPr sz="2100" b="0">
                <a:solidFill>
                  <a:srgbClr val="536C60"/>
                </a:solidFill>
                <a:latin typeface="Arial"/>
                <a:ea typeface="Arial"/>
                <a:cs typeface="Arial"/>
              </a:defRPr>
            </a:pPr>
            <a:r>
              <a:rPr sz="2100" b="0">
                <a:solidFill>
                  <a:srgbClr val="536C60"/>
                </a:solidFill>
                <a:latin typeface="Arial"/>
                <a:ea typeface="Arial"/>
                <a:cs typeface="Arial"/>
              </a:rPr>
              <a:t>in a mobile interface.</a:t>
            </a:r>
          </a:p>
        </p:txBody>
      </p:sp>
      <p:sp>
        <p:nvSpPr>
          <p:cNvPr id="9" name="text-8">
            <a:extLst xmlns:a="http://schemas.openxmlformats.org/drawingml/2006/main">
              <a:ext uri="{FF2B5EF4-FFF2-40B4-BE49-F238E27FC236}">
                <a16:creationId xmlns:a16="http://schemas.microsoft.com/office/drawing/2014/main" id="{26FDDFAD-B08A-4942-B755-62FC3E5E0758}"/>
              </a:ext>
            </a:extLst>
          </p:cNvPr>
          <p:cNvSpPr>
            <a:spLocks xmlns:a="http://schemas.openxmlformats.org/drawingml/2006/main" noGrp="1"/>
          </p:cNvSpPr>
          <p:nvPr/>
        </p:nvSpPr>
        <p:spPr>
          <a:xfrm xmlns:a="http://schemas.openxmlformats.org/drawingml/2006/main">
            <a:off x="6096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36C60"/>
                </a:solidFill>
                <a:latin typeface="Arial"/>
                <a:ea typeface="Arial"/>
                <a:cs typeface="Arial"/>
              </a:defRPr>
            </a:defPPr>
            <a:lvl1pPr>
              <a:defRPr sz="1725" b="0">
                <a:solidFill>
                  <a:srgbClr val="536C60"/>
                </a:solidFill>
                <a:latin typeface="Arial"/>
                <a:ea typeface="Arial"/>
                <a:cs typeface="Arial"/>
              </a:defRPr>
            </a:lvl1pPr>
            <a:lvl2pPr>
              <a:defRPr sz="1725" b="0">
                <a:solidFill>
                  <a:srgbClr val="536C60"/>
                </a:solidFill>
                <a:latin typeface="Arial"/>
                <a:ea typeface="Arial"/>
                <a:cs typeface="Arial"/>
              </a:defRPr>
            </a:lvl2pPr>
            <a:lvl3pPr>
              <a:defRPr sz="1725" b="0">
                <a:solidFill>
                  <a:srgbClr val="536C60"/>
                </a:solidFill>
                <a:latin typeface="Arial"/>
                <a:ea typeface="Arial"/>
                <a:cs typeface="Arial"/>
              </a:defRPr>
            </a:lvl3pPr>
            <a:lvl4pPr>
              <a:defRPr sz="1725" b="0">
                <a:solidFill>
                  <a:srgbClr val="536C60"/>
                </a:solidFill>
                <a:latin typeface="Arial"/>
                <a:ea typeface="Arial"/>
                <a:cs typeface="Arial"/>
              </a:defRPr>
            </a:lvl4pPr>
            <a:lvl5pPr>
              <a:defRPr sz="1725" b="0">
                <a:solidFill>
                  <a:srgbClr val="536C60"/>
                </a:solidFill>
                <a:latin typeface="Arial"/>
                <a:ea typeface="Arial"/>
                <a:cs typeface="Arial"/>
              </a:defRPr>
            </a:lvl5pPr>
            <a:lvl6pPr>
              <a:defRPr sz="1725" b="0">
                <a:solidFill>
                  <a:srgbClr val="536C60"/>
                </a:solidFill>
                <a:latin typeface="Arial"/>
                <a:ea typeface="Arial"/>
                <a:cs typeface="Arial"/>
              </a:defRPr>
            </a:lvl6pPr>
            <a:lvl7pPr>
              <a:defRPr sz="1725" b="0">
                <a:solidFill>
                  <a:srgbClr val="536C60"/>
                </a:solidFill>
                <a:latin typeface="Arial"/>
                <a:ea typeface="Arial"/>
                <a:cs typeface="Arial"/>
              </a:defRPr>
            </a:lvl7pPr>
            <a:lvl8pPr>
              <a:defRPr sz="1725" b="0">
                <a:solidFill>
                  <a:srgbClr val="536C60"/>
                </a:solidFill>
                <a:latin typeface="Arial"/>
                <a:ea typeface="Arial"/>
                <a:cs typeface="Arial"/>
              </a:defRPr>
            </a:lvl8pPr>
            <a:lvl9pPr>
              <a:defRPr sz="1725" b="0">
                <a:solidFill>
                  <a:srgbClr val="536C60"/>
                </a:solidFill>
                <a:latin typeface="Arial"/>
                <a:ea typeface="Arial"/>
                <a:cs typeface="Arial"/>
              </a:defRPr>
            </a:lvl9pPr>
          </a:lstStyle>
          <a:p xmlns:a="http://schemas.openxmlformats.org/drawingml/2006/main">
            <a:pPr>
              <a:defRPr sz="1725" b="0">
                <a:solidFill>
                  <a:srgbClr val="536C60"/>
                </a:solidFill>
                <a:latin typeface="Arial"/>
                <a:ea typeface="Arial"/>
                <a:cs typeface="Arial"/>
              </a:defRPr>
            </a:pPr>
            <a:r>
              <a:rPr sz="1725" b="0">
                <a:solidFill>
                  <a:srgbClr val="536C60"/>
                </a:solidFill>
                <a:latin typeface="Arial"/>
                <a:ea typeface="Arial"/>
                <a:cs typeface="Arial"/>
              </a:rPr>
              <a:t>Initial audiences to test, not confirmed buyers.</a:t>
            </a:r>
          </a:p>
        </p:txBody>
      </p:sp>
    </p:spTree>
    <p:extLst>
      <p:ext uri="{BB962C8B-B14F-4D97-AF65-F5344CB8AC3E}">
        <p14:creationId xmlns:p14="http://schemas.microsoft.com/office/powerpoint/2010/main" val="1518306761"/>
      </p:ext>
    </p:extLst>
  </p:cSld>
</p:sld>
</file>

<file path=ppt/slides/slide9.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C2FEAB7-C3FE-49DB-AC78-0A41FEB177E3}"/>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205C45"/>
                </a:solidFill>
                <a:latin typeface="Arial"/>
                <a:ea typeface="Arial"/>
                <a:cs typeface="Arial"/>
              </a:defRPr>
            </a:defPPr>
            <a:lvl1pPr>
              <a:defRPr sz="1275" b="1">
                <a:solidFill>
                  <a:srgbClr val="205C45"/>
                </a:solidFill>
                <a:latin typeface="Arial"/>
                <a:ea typeface="Arial"/>
                <a:cs typeface="Arial"/>
              </a:defRPr>
            </a:lvl1pPr>
            <a:lvl2pPr>
              <a:defRPr sz="1275" b="1">
                <a:solidFill>
                  <a:srgbClr val="205C45"/>
                </a:solidFill>
                <a:latin typeface="Arial"/>
                <a:ea typeface="Arial"/>
                <a:cs typeface="Arial"/>
              </a:defRPr>
            </a:lvl2pPr>
            <a:lvl3pPr>
              <a:defRPr sz="1275" b="1">
                <a:solidFill>
                  <a:srgbClr val="205C45"/>
                </a:solidFill>
                <a:latin typeface="Arial"/>
                <a:ea typeface="Arial"/>
                <a:cs typeface="Arial"/>
              </a:defRPr>
            </a:lvl3pPr>
            <a:lvl4pPr>
              <a:defRPr sz="1275" b="1">
                <a:solidFill>
                  <a:srgbClr val="205C45"/>
                </a:solidFill>
                <a:latin typeface="Arial"/>
                <a:ea typeface="Arial"/>
                <a:cs typeface="Arial"/>
              </a:defRPr>
            </a:lvl4pPr>
            <a:lvl5pPr>
              <a:defRPr sz="1275" b="1">
                <a:solidFill>
                  <a:srgbClr val="205C45"/>
                </a:solidFill>
                <a:latin typeface="Arial"/>
                <a:ea typeface="Arial"/>
                <a:cs typeface="Arial"/>
              </a:defRPr>
            </a:lvl5pPr>
            <a:lvl6pPr>
              <a:defRPr sz="1275" b="1">
                <a:solidFill>
                  <a:srgbClr val="205C45"/>
                </a:solidFill>
                <a:latin typeface="Arial"/>
                <a:ea typeface="Arial"/>
                <a:cs typeface="Arial"/>
              </a:defRPr>
            </a:lvl6pPr>
            <a:lvl7pPr>
              <a:defRPr sz="1275" b="1">
                <a:solidFill>
                  <a:srgbClr val="205C45"/>
                </a:solidFill>
                <a:latin typeface="Arial"/>
                <a:ea typeface="Arial"/>
                <a:cs typeface="Arial"/>
              </a:defRPr>
            </a:lvl7pPr>
            <a:lvl8pPr>
              <a:defRPr sz="1275" b="1">
                <a:solidFill>
                  <a:srgbClr val="205C45"/>
                </a:solidFill>
                <a:latin typeface="Arial"/>
                <a:ea typeface="Arial"/>
                <a:cs typeface="Arial"/>
              </a:defRPr>
            </a:lvl8pPr>
            <a:lvl9pPr>
              <a:defRPr sz="1275" b="1">
                <a:solidFill>
                  <a:srgbClr val="205C45"/>
                </a:solidFill>
                <a:latin typeface="Arial"/>
                <a:ea typeface="Arial"/>
                <a:cs typeface="Arial"/>
              </a:defRPr>
            </a:lvl9pPr>
          </a:lstStyle>
          <a:p xmlns:a="http://schemas.openxmlformats.org/drawingml/2006/main">
            <a:pPr>
              <a:defRPr sz="1275" b="1">
                <a:solidFill>
                  <a:srgbClr val="205C45"/>
                </a:solidFill>
                <a:latin typeface="Arial"/>
                <a:ea typeface="Arial"/>
                <a:cs typeface="Arial"/>
              </a:defRPr>
            </a:pPr>
            <a:r>
              <a:rPr sz="1275" b="1">
                <a:solidFill>
                  <a:srgbClr val="205C45"/>
                </a:solidFill>
                <a:latin typeface="Arial"/>
                <a:ea typeface="Arial"/>
                <a:cs typeface="Arial"/>
              </a:rPr>
              <a:t>PRODUCT DIRECTION · PROPOSAL</a:t>
            </a:r>
          </a:p>
        </p:txBody>
      </p:sp>
      <p:sp>
        <p:nvSpPr>
          <p:cNvPr id="2" name="text-1">
            <a:extLst xmlns:a="http://schemas.openxmlformats.org/drawingml/2006/main">
              <a:ext uri="{FF2B5EF4-FFF2-40B4-BE49-F238E27FC236}">
                <a16:creationId xmlns:a16="http://schemas.microsoft.com/office/drawing/2014/main" id="{409ECA35-383B-4F9A-8171-6F6E784DDB04}"/>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83E32"/>
                </a:solidFill>
                <a:latin typeface="Arial"/>
                <a:ea typeface="Arial"/>
                <a:cs typeface="Arial"/>
              </a:defRPr>
            </a:defPPr>
            <a:lvl1pPr>
              <a:defRPr sz="3450" b="1">
                <a:solidFill>
                  <a:srgbClr val="183E32"/>
                </a:solidFill>
                <a:latin typeface="Arial"/>
                <a:ea typeface="Arial"/>
                <a:cs typeface="Arial"/>
              </a:defRPr>
            </a:lvl1pPr>
            <a:lvl2pPr>
              <a:defRPr sz="3450" b="1">
                <a:solidFill>
                  <a:srgbClr val="183E32"/>
                </a:solidFill>
                <a:latin typeface="Arial"/>
                <a:ea typeface="Arial"/>
                <a:cs typeface="Arial"/>
              </a:defRPr>
            </a:lvl2pPr>
            <a:lvl3pPr>
              <a:defRPr sz="3450" b="1">
                <a:solidFill>
                  <a:srgbClr val="183E32"/>
                </a:solidFill>
                <a:latin typeface="Arial"/>
                <a:ea typeface="Arial"/>
                <a:cs typeface="Arial"/>
              </a:defRPr>
            </a:lvl3pPr>
            <a:lvl4pPr>
              <a:defRPr sz="3450" b="1">
                <a:solidFill>
                  <a:srgbClr val="183E32"/>
                </a:solidFill>
                <a:latin typeface="Arial"/>
                <a:ea typeface="Arial"/>
                <a:cs typeface="Arial"/>
              </a:defRPr>
            </a:lvl4pPr>
            <a:lvl5pPr>
              <a:defRPr sz="3450" b="1">
                <a:solidFill>
                  <a:srgbClr val="183E32"/>
                </a:solidFill>
                <a:latin typeface="Arial"/>
                <a:ea typeface="Arial"/>
                <a:cs typeface="Arial"/>
              </a:defRPr>
            </a:lvl5pPr>
            <a:lvl6pPr>
              <a:defRPr sz="3450" b="1">
                <a:solidFill>
                  <a:srgbClr val="183E32"/>
                </a:solidFill>
                <a:latin typeface="Arial"/>
                <a:ea typeface="Arial"/>
                <a:cs typeface="Arial"/>
              </a:defRPr>
            </a:lvl6pPr>
            <a:lvl7pPr>
              <a:defRPr sz="3450" b="1">
                <a:solidFill>
                  <a:srgbClr val="183E32"/>
                </a:solidFill>
                <a:latin typeface="Arial"/>
                <a:ea typeface="Arial"/>
                <a:cs typeface="Arial"/>
              </a:defRPr>
            </a:lvl7pPr>
            <a:lvl8pPr>
              <a:defRPr sz="3450" b="1">
                <a:solidFill>
                  <a:srgbClr val="183E32"/>
                </a:solidFill>
                <a:latin typeface="Arial"/>
                <a:ea typeface="Arial"/>
                <a:cs typeface="Arial"/>
              </a:defRPr>
            </a:lvl8pPr>
            <a:lvl9pPr>
              <a:defRPr sz="3450" b="1">
                <a:solidFill>
                  <a:srgbClr val="183E32"/>
                </a:solidFill>
                <a:latin typeface="Arial"/>
                <a:ea typeface="Arial"/>
                <a:cs typeface="Arial"/>
              </a:defRPr>
            </a:lvl9pPr>
          </a:lstStyle>
          <a:p xmlns:a="http://schemas.openxmlformats.org/drawingml/2006/main">
            <a:pPr>
              <a:defRPr sz="3450" b="1">
                <a:solidFill>
                  <a:srgbClr val="183E32"/>
                </a:solidFill>
                <a:latin typeface="Arial"/>
                <a:ea typeface="Arial"/>
                <a:cs typeface="Arial"/>
              </a:defRPr>
            </a:pPr>
            <a:r>
              <a:rPr sz="3450" b="1">
                <a:solidFill>
                  <a:srgbClr val="183E32"/>
                </a:solidFill>
                <a:latin typeface="Arial"/>
                <a:ea typeface="Arial"/>
                <a:cs typeface="Arial"/>
              </a:rPr>
              <a:t>An irrigation kit with guided setup</a:t>
            </a:r>
          </a:p>
        </p:txBody>
      </p:sp>
      <p:sp>
        <p:nvSpPr>
          <p:cNvPr id="3" name="text-2">
            <a:extLst xmlns:a="http://schemas.openxmlformats.org/drawingml/2006/main">
              <a:ext uri="{FF2B5EF4-FFF2-40B4-BE49-F238E27FC236}">
                <a16:creationId xmlns:a16="http://schemas.microsoft.com/office/drawing/2014/main" id="{FCF7314C-380B-474A-8249-3B97B74DA7E3}"/>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536C60"/>
                </a:solidFill>
                <a:latin typeface="Arial"/>
                <a:ea typeface="Arial"/>
                <a:cs typeface="Arial"/>
              </a:defRPr>
            </a:defPPr>
            <a:lvl1pPr>
              <a:defRPr sz="975" b="0">
                <a:solidFill>
                  <a:srgbClr val="536C60"/>
                </a:solidFill>
                <a:latin typeface="Arial"/>
                <a:ea typeface="Arial"/>
                <a:cs typeface="Arial"/>
              </a:defRPr>
            </a:lvl1pPr>
            <a:lvl2pPr>
              <a:defRPr sz="975" b="0">
                <a:solidFill>
                  <a:srgbClr val="536C60"/>
                </a:solidFill>
                <a:latin typeface="Arial"/>
                <a:ea typeface="Arial"/>
                <a:cs typeface="Arial"/>
              </a:defRPr>
            </a:lvl2pPr>
            <a:lvl3pPr>
              <a:defRPr sz="975" b="0">
                <a:solidFill>
                  <a:srgbClr val="536C60"/>
                </a:solidFill>
                <a:latin typeface="Arial"/>
                <a:ea typeface="Arial"/>
                <a:cs typeface="Arial"/>
              </a:defRPr>
            </a:lvl3pPr>
            <a:lvl4pPr>
              <a:defRPr sz="975" b="0">
                <a:solidFill>
                  <a:srgbClr val="536C60"/>
                </a:solidFill>
                <a:latin typeface="Arial"/>
                <a:ea typeface="Arial"/>
                <a:cs typeface="Arial"/>
              </a:defRPr>
            </a:lvl4pPr>
            <a:lvl5pPr>
              <a:defRPr sz="975" b="0">
                <a:solidFill>
                  <a:srgbClr val="536C60"/>
                </a:solidFill>
                <a:latin typeface="Arial"/>
                <a:ea typeface="Arial"/>
                <a:cs typeface="Arial"/>
              </a:defRPr>
            </a:lvl5pPr>
            <a:lvl6pPr>
              <a:defRPr sz="975" b="0">
                <a:solidFill>
                  <a:srgbClr val="536C60"/>
                </a:solidFill>
                <a:latin typeface="Arial"/>
                <a:ea typeface="Arial"/>
                <a:cs typeface="Arial"/>
              </a:defRPr>
            </a:lvl6pPr>
            <a:lvl7pPr>
              <a:defRPr sz="975" b="0">
                <a:solidFill>
                  <a:srgbClr val="536C60"/>
                </a:solidFill>
                <a:latin typeface="Arial"/>
                <a:ea typeface="Arial"/>
                <a:cs typeface="Arial"/>
              </a:defRPr>
            </a:lvl7pPr>
            <a:lvl8pPr>
              <a:defRPr sz="975" b="0">
                <a:solidFill>
                  <a:srgbClr val="536C60"/>
                </a:solidFill>
                <a:latin typeface="Arial"/>
                <a:ea typeface="Arial"/>
                <a:cs typeface="Arial"/>
              </a:defRPr>
            </a:lvl8pPr>
            <a:lvl9pPr>
              <a:defRPr sz="975" b="0">
                <a:solidFill>
                  <a:srgbClr val="536C60"/>
                </a:solidFill>
                <a:latin typeface="Arial"/>
                <a:ea typeface="Arial"/>
                <a:cs typeface="Arial"/>
              </a:defRPr>
            </a:lvl9pPr>
          </a:lstStyle>
          <a:p xmlns:a="http://schemas.openxmlformats.org/drawingml/2006/main">
            <a:pPr>
              <a:defRPr sz="975" b="0">
                <a:solidFill>
                  <a:srgbClr val="536C60"/>
                </a:solidFill>
                <a:latin typeface="Arial"/>
                <a:ea typeface="Arial"/>
                <a:cs typeface="Arial"/>
              </a:defRPr>
            </a:pPr>
            <a:r>
              <a:rPr sz="975" b="0">
                <a:solidFill>
                  <a:srgbClr val="536C60"/>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A7571F20-24BC-4114-8DB7-FCC0608AF3E5}"/>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536C60"/>
                </a:solidFill>
                <a:latin typeface="Arial"/>
                <a:ea typeface="Arial"/>
                <a:cs typeface="Arial"/>
              </a:defRPr>
            </a:defPPr>
            <a:lvl1pPr>
              <a:defRPr sz="1050" b="0">
                <a:solidFill>
                  <a:srgbClr val="536C60"/>
                </a:solidFill>
                <a:latin typeface="Arial"/>
                <a:ea typeface="Arial"/>
                <a:cs typeface="Arial"/>
              </a:defRPr>
            </a:lvl1pPr>
            <a:lvl2pPr>
              <a:defRPr sz="1050" b="0">
                <a:solidFill>
                  <a:srgbClr val="536C60"/>
                </a:solidFill>
                <a:latin typeface="Arial"/>
                <a:ea typeface="Arial"/>
                <a:cs typeface="Arial"/>
              </a:defRPr>
            </a:lvl2pPr>
            <a:lvl3pPr>
              <a:defRPr sz="1050" b="0">
                <a:solidFill>
                  <a:srgbClr val="536C60"/>
                </a:solidFill>
                <a:latin typeface="Arial"/>
                <a:ea typeface="Arial"/>
                <a:cs typeface="Arial"/>
              </a:defRPr>
            </a:lvl3pPr>
            <a:lvl4pPr>
              <a:defRPr sz="1050" b="0">
                <a:solidFill>
                  <a:srgbClr val="536C60"/>
                </a:solidFill>
                <a:latin typeface="Arial"/>
                <a:ea typeface="Arial"/>
                <a:cs typeface="Arial"/>
              </a:defRPr>
            </a:lvl4pPr>
            <a:lvl5pPr>
              <a:defRPr sz="1050" b="0">
                <a:solidFill>
                  <a:srgbClr val="536C60"/>
                </a:solidFill>
                <a:latin typeface="Arial"/>
                <a:ea typeface="Arial"/>
                <a:cs typeface="Arial"/>
              </a:defRPr>
            </a:lvl5pPr>
            <a:lvl6pPr>
              <a:defRPr sz="1050" b="0">
                <a:solidFill>
                  <a:srgbClr val="536C60"/>
                </a:solidFill>
                <a:latin typeface="Arial"/>
                <a:ea typeface="Arial"/>
                <a:cs typeface="Arial"/>
              </a:defRPr>
            </a:lvl6pPr>
            <a:lvl7pPr>
              <a:defRPr sz="1050" b="0">
                <a:solidFill>
                  <a:srgbClr val="536C60"/>
                </a:solidFill>
                <a:latin typeface="Arial"/>
                <a:ea typeface="Arial"/>
                <a:cs typeface="Arial"/>
              </a:defRPr>
            </a:lvl7pPr>
            <a:lvl8pPr>
              <a:defRPr sz="1050" b="0">
                <a:solidFill>
                  <a:srgbClr val="536C60"/>
                </a:solidFill>
                <a:latin typeface="Arial"/>
                <a:ea typeface="Arial"/>
                <a:cs typeface="Arial"/>
              </a:defRPr>
            </a:lvl8pPr>
            <a:lvl9pPr>
              <a:defRPr sz="1050" b="0">
                <a:solidFill>
                  <a:srgbClr val="536C60"/>
                </a:solidFill>
                <a:latin typeface="Arial"/>
                <a:ea typeface="Arial"/>
                <a:cs typeface="Arial"/>
              </a:defRPr>
            </a:lvl9pPr>
          </a:lstStyle>
          <a:p xmlns:a="http://schemas.openxmlformats.org/drawingml/2006/main">
            <a:pPr>
              <a:defRPr sz="1050" b="0">
                <a:solidFill>
                  <a:srgbClr val="536C60"/>
                </a:solidFill>
                <a:latin typeface="Arial"/>
                <a:ea typeface="Arial"/>
                <a:cs typeface="Arial"/>
              </a:defRPr>
            </a:pPr>
            <a:r>
              <a:rPr sz="1050" b="0">
                <a:solidFill>
                  <a:srgbClr val="536C60"/>
                </a:solidFill>
                <a:latin typeface="Arial"/>
                <a:ea typeface="Arial"/>
                <a:cs typeface="Arial"/>
              </a:rPr>
              <a:t>09</a:t>
            </a:r>
          </a:p>
        </p:txBody>
      </p:sp>
      <p:sp>
        <p:nvSpPr>
          <p:cNvPr id="5" name="text-4">
            <a:extLst xmlns:a="http://schemas.openxmlformats.org/drawingml/2006/main">
              <a:ext uri="{FF2B5EF4-FFF2-40B4-BE49-F238E27FC236}">
                <a16:creationId xmlns:a16="http://schemas.microsoft.com/office/drawing/2014/main" id="{FB1F3E80-DC22-4121-A868-047C69D04E77}"/>
              </a:ext>
            </a:extLst>
          </p:cNvPr>
          <p:cNvSpPr>
            <a:spLocks xmlns:a="http://schemas.openxmlformats.org/drawingml/2006/main" noGrp="1"/>
          </p:cNvSpPr>
          <p:nvPr/>
        </p:nvSpPr>
        <p:spPr>
          <a:xfrm xmlns:a="http://schemas.openxmlformats.org/drawingml/2006/main">
            <a:off x="609600" y="23336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The proposed offer</a:t>
            </a:r>
          </a:p>
        </p:txBody>
      </p:sp>
      <p:sp>
        <p:nvSpPr>
          <p:cNvPr id="6" name="text-5">
            <a:extLst xmlns:a="http://schemas.openxmlformats.org/drawingml/2006/main">
              <a:ext uri="{FF2B5EF4-FFF2-40B4-BE49-F238E27FC236}">
                <a16:creationId xmlns:a16="http://schemas.microsoft.com/office/drawing/2014/main" id="{EBA83623-29E2-41E0-B11F-7CE983D7FDF8}"/>
              </a:ext>
            </a:extLst>
          </p:cNvPr>
          <p:cNvSpPr>
            <a:spLocks xmlns:a="http://schemas.openxmlformats.org/drawingml/2006/main" noGrp="1"/>
          </p:cNvSpPr>
          <p:nvPr/>
        </p:nvSpPr>
        <p:spPr>
          <a:xfrm xmlns:a="http://schemas.openxmlformats.org/drawingml/2006/main">
            <a:off x="609600" y="2914650"/>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A proposed irrigation kit with a pump, soil and water sensors, and dashboard setup.</a:t>
            </a:r>
          </a:p>
        </p:txBody>
      </p:sp>
      <p:sp>
        <p:nvSpPr>
          <p:cNvPr id="7" name="text-6">
            <a:extLst xmlns:a="http://schemas.openxmlformats.org/drawingml/2006/main">
              <a:ext uri="{FF2B5EF4-FFF2-40B4-BE49-F238E27FC236}">
                <a16:creationId xmlns:a16="http://schemas.microsoft.com/office/drawing/2014/main" id="{895C9866-EF39-4E78-9AEA-4ABFB3A5AE42}"/>
              </a:ext>
            </a:extLst>
          </p:cNvPr>
          <p:cNvSpPr>
            <a:spLocks xmlns:a="http://schemas.openxmlformats.org/drawingml/2006/main" noGrp="1"/>
          </p:cNvSpPr>
          <p:nvPr/>
        </p:nvSpPr>
        <p:spPr>
          <a:xfrm xmlns:a="http://schemas.openxmlformats.org/drawingml/2006/main">
            <a:off x="6477000" y="2333625"/>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The first sales test</a:t>
            </a:r>
          </a:p>
        </p:txBody>
      </p:sp>
      <p:sp>
        <p:nvSpPr>
          <p:cNvPr id="8" name="text-7">
            <a:extLst xmlns:a="http://schemas.openxmlformats.org/drawingml/2006/main">
              <a:ext uri="{FF2B5EF4-FFF2-40B4-BE49-F238E27FC236}">
                <a16:creationId xmlns:a16="http://schemas.microsoft.com/office/drawing/2014/main" id="{A8A48117-D2E9-4225-8518-0A94F761A026}"/>
              </a:ext>
            </a:extLst>
          </p:cNvPr>
          <p:cNvSpPr>
            <a:spLocks xmlns:a="http://schemas.openxmlformats.org/drawingml/2006/main" noGrp="1"/>
          </p:cNvSpPr>
          <p:nvPr/>
        </p:nvSpPr>
        <p:spPr>
          <a:xfrm xmlns:a="http://schemas.openxmlformats.org/drawingml/2006/main">
            <a:off x="6477000" y="2914650"/>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Show the prototype to indoor plant owners and teaching labs. Test usefulness and willingness to pay.</a:t>
            </a:r>
          </a:p>
        </p:txBody>
      </p:sp>
      <p:sp>
        <p:nvSpPr>
          <p:cNvPr id="9" name="text-8">
            <a:extLst xmlns:a="http://schemas.openxmlformats.org/drawingml/2006/main">
              <a:ext uri="{FF2B5EF4-FFF2-40B4-BE49-F238E27FC236}">
                <a16:creationId xmlns:a16="http://schemas.microsoft.com/office/drawing/2014/main" id="{0051598D-D7B5-42E2-ADE8-AB2A8EB421C7}"/>
              </a:ext>
            </a:extLst>
          </p:cNvPr>
          <p:cNvSpPr>
            <a:spLocks xmlns:a="http://schemas.openxmlformats.org/drawingml/2006/main" noGrp="1"/>
          </p:cNvSpPr>
          <p:nvPr/>
        </p:nvSpPr>
        <p:spPr>
          <a:xfrm xmlns:a="http://schemas.openxmlformats.org/drawingml/2006/main">
            <a:off x="609600" y="52292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05C45"/>
                </a:solidFill>
                <a:latin typeface="Arial"/>
                <a:ea typeface="Arial"/>
                <a:cs typeface="Arial"/>
              </a:defRPr>
            </a:defPPr>
            <a:lvl1pPr>
              <a:defRPr sz="2700" b="1">
                <a:solidFill>
                  <a:srgbClr val="205C45"/>
                </a:solidFill>
                <a:latin typeface="Arial"/>
                <a:ea typeface="Arial"/>
                <a:cs typeface="Arial"/>
              </a:defRPr>
            </a:lvl1pPr>
            <a:lvl2pPr>
              <a:defRPr sz="2700" b="1">
                <a:solidFill>
                  <a:srgbClr val="205C45"/>
                </a:solidFill>
                <a:latin typeface="Arial"/>
                <a:ea typeface="Arial"/>
                <a:cs typeface="Arial"/>
              </a:defRPr>
            </a:lvl2pPr>
            <a:lvl3pPr>
              <a:defRPr sz="2700" b="1">
                <a:solidFill>
                  <a:srgbClr val="205C45"/>
                </a:solidFill>
                <a:latin typeface="Arial"/>
                <a:ea typeface="Arial"/>
                <a:cs typeface="Arial"/>
              </a:defRPr>
            </a:lvl3pPr>
            <a:lvl4pPr>
              <a:defRPr sz="2700" b="1">
                <a:solidFill>
                  <a:srgbClr val="205C45"/>
                </a:solidFill>
                <a:latin typeface="Arial"/>
                <a:ea typeface="Arial"/>
                <a:cs typeface="Arial"/>
              </a:defRPr>
            </a:lvl4pPr>
            <a:lvl5pPr>
              <a:defRPr sz="2700" b="1">
                <a:solidFill>
                  <a:srgbClr val="205C45"/>
                </a:solidFill>
                <a:latin typeface="Arial"/>
                <a:ea typeface="Arial"/>
                <a:cs typeface="Arial"/>
              </a:defRPr>
            </a:lvl5pPr>
            <a:lvl6pPr>
              <a:defRPr sz="2700" b="1">
                <a:solidFill>
                  <a:srgbClr val="205C45"/>
                </a:solidFill>
                <a:latin typeface="Arial"/>
                <a:ea typeface="Arial"/>
                <a:cs typeface="Arial"/>
              </a:defRPr>
            </a:lvl6pPr>
            <a:lvl7pPr>
              <a:defRPr sz="2700" b="1">
                <a:solidFill>
                  <a:srgbClr val="205C45"/>
                </a:solidFill>
                <a:latin typeface="Arial"/>
                <a:ea typeface="Arial"/>
                <a:cs typeface="Arial"/>
              </a:defRPr>
            </a:lvl7pPr>
            <a:lvl8pPr>
              <a:defRPr sz="2700" b="1">
                <a:solidFill>
                  <a:srgbClr val="205C45"/>
                </a:solidFill>
                <a:latin typeface="Arial"/>
                <a:ea typeface="Arial"/>
                <a:cs typeface="Arial"/>
              </a:defRPr>
            </a:lvl8pPr>
            <a:lvl9pPr>
              <a:defRPr sz="2700" b="1">
                <a:solidFill>
                  <a:srgbClr val="205C45"/>
                </a:solidFill>
                <a:latin typeface="Arial"/>
                <a:ea typeface="Arial"/>
                <a:cs typeface="Arial"/>
              </a:defRPr>
            </a:lvl9pPr>
          </a:lstStyle>
          <a:p xmlns:a="http://schemas.openxmlformats.org/drawingml/2006/main">
            <a:pPr>
              <a:defRPr sz="2700" b="1">
                <a:solidFill>
                  <a:srgbClr val="205C45"/>
                </a:solidFill>
                <a:latin typeface="Arial"/>
                <a:ea typeface="Arial"/>
                <a:cs typeface="Arial"/>
              </a:defRPr>
            </a:pPr>
            <a:r>
              <a:rPr sz="2700" b="1">
                <a:solidFill>
                  <a:srgbClr val="205C45"/>
                </a:solidFill>
                <a:latin typeface="Arial"/>
                <a:ea typeface="Arial"/>
                <a:cs typeface="Arial"/>
              </a:rPr>
              <a:t>Price follows a bill of materials and pilot feedback.</a:t>
            </a:r>
          </a:p>
        </p:txBody>
      </p:sp>
    </p:spTree>
    <p:extLst>
      <p:ext uri="{BB962C8B-B14F-4D97-AF65-F5344CB8AC3E}">
        <p14:creationId xmlns:p14="http://schemas.microsoft.com/office/powerpoint/2010/main" val="1921067919"/>
      </p:ext>
    </p:extLst>
  </p:cSld>
</p:sld>
</file>

<file path=ppt/slides/slide10.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91D5388-57C5-4664-BC1C-704D37C29FC9}"/>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205C45"/>
                </a:solidFill>
                <a:latin typeface="Arial"/>
                <a:ea typeface="Arial"/>
                <a:cs typeface="Arial"/>
              </a:defRPr>
            </a:defPPr>
            <a:lvl1pPr>
              <a:defRPr sz="1275" b="1">
                <a:solidFill>
                  <a:srgbClr val="205C45"/>
                </a:solidFill>
                <a:latin typeface="Arial"/>
                <a:ea typeface="Arial"/>
                <a:cs typeface="Arial"/>
              </a:defRPr>
            </a:lvl1pPr>
            <a:lvl2pPr>
              <a:defRPr sz="1275" b="1">
                <a:solidFill>
                  <a:srgbClr val="205C45"/>
                </a:solidFill>
                <a:latin typeface="Arial"/>
                <a:ea typeface="Arial"/>
                <a:cs typeface="Arial"/>
              </a:defRPr>
            </a:lvl2pPr>
            <a:lvl3pPr>
              <a:defRPr sz="1275" b="1">
                <a:solidFill>
                  <a:srgbClr val="205C45"/>
                </a:solidFill>
                <a:latin typeface="Arial"/>
                <a:ea typeface="Arial"/>
                <a:cs typeface="Arial"/>
              </a:defRPr>
            </a:lvl3pPr>
            <a:lvl4pPr>
              <a:defRPr sz="1275" b="1">
                <a:solidFill>
                  <a:srgbClr val="205C45"/>
                </a:solidFill>
                <a:latin typeface="Arial"/>
                <a:ea typeface="Arial"/>
                <a:cs typeface="Arial"/>
              </a:defRPr>
            </a:lvl4pPr>
            <a:lvl5pPr>
              <a:defRPr sz="1275" b="1">
                <a:solidFill>
                  <a:srgbClr val="205C45"/>
                </a:solidFill>
                <a:latin typeface="Arial"/>
                <a:ea typeface="Arial"/>
                <a:cs typeface="Arial"/>
              </a:defRPr>
            </a:lvl5pPr>
            <a:lvl6pPr>
              <a:defRPr sz="1275" b="1">
                <a:solidFill>
                  <a:srgbClr val="205C45"/>
                </a:solidFill>
                <a:latin typeface="Arial"/>
                <a:ea typeface="Arial"/>
                <a:cs typeface="Arial"/>
              </a:defRPr>
            </a:lvl6pPr>
            <a:lvl7pPr>
              <a:defRPr sz="1275" b="1">
                <a:solidFill>
                  <a:srgbClr val="205C45"/>
                </a:solidFill>
                <a:latin typeface="Arial"/>
                <a:ea typeface="Arial"/>
                <a:cs typeface="Arial"/>
              </a:defRPr>
            </a:lvl7pPr>
            <a:lvl8pPr>
              <a:defRPr sz="1275" b="1">
                <a:solidFill>
                  <a:srgbClr val="205C45"/>
                </a:solidFill>
                <a:latin typeface="Arial"/>
                <a:ea typeface="Arial"/>
                <a:cs typeface="Arial"/>
              </a:defRPr>
            </a:lvl8pPr>
            <a:lvl9pPr>
              <a:defRPr sz="1275" b="1">
                <a:solidFill>
                  <a:srgbClr val="205C45"/>
                </a:solidFill>
                <a:latin typeface="Arial"/>
                <a:ea typeface="Arial"/>
                <a:cs typeface="Arial"/>
              </a:defRPr>
            </a:lvl9pPr>
          </a:lstStyle>
          <a:p xmlns:a="http://schemas.openxmlformats.org/drawingml/2006/main">
            <a:pPr>
              <a:defRPr sz="1275" b="1">
                <a:solidFill>
                  <a:srgbClr val="205C45"/>
                </a:solidFill>
                <a:latin typeface="Arial"/>
                <a:ea typeface="Arial"/>
                <a:cs typeface="Arial"/>
              </a:defRPr>
            </a:pPr>
            <a:r>
              <a:rPr sz="1275" b="1">
                <a:solidFill>
                  <a:srgbClr val="205C45"/>
                </a:solidFill>
                <a:latin typeface="Arial"/>
                <a:ea typeface="Arial"/>
                <a:cs typeface="Arial"/>
              </a:rPr>
              <a:t>PROTOTYPE STATUS</a:t>
            </a:r>
          </a:p>
        </p:txBody>
      </p:sp>
      <p:sp>
        <p:nvSpPr>
          <p:cNvPr id="2" name="text-1">
            <a:extLst xmlns:a="http://schemas.openxmlformats.org/drawingml/2006/main">
              <a:ext uri="{FF2B5EF4-FFF2-40B4-BE49-F238E27FC236}">
                <a16:creationId xmlns:a16="http://schemas.microsoft.com/office/drawing/2014/main" id="{C4E8E8D8-6F15-4B6B-968F-1BAF864BB41C}"/>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83E32"/>
                </a:solidFill>
                <a:latin typeface="Arial"/>
                <a:ea typeface="Arial"/>
                <a:cs typeface="Arial"/>
              </a:defRPr>
            </a:defPPr>
            <a:lvl1pPr>
              <a:defRPr sz="3450" b="1">
                <a:solidFill>
                  <a:srgbClr val="183E32"/>
                </a:solidFill>
                <a:latin typeface="Arial"/>
                <a:ea typeface="Arial"/>
                <a:cs typeface="Arial"/>
              </a:defRPr>
            </a:lvl1pPr>
            <a:lvl2pPr>
              <a:defRPr sz="3450" b="1">
                <a:solidFill>
                  <a:srgbClr val="183E32"/>
                </a:solidFill>
                <a:latin typeface="Arial"/>
                <a:ea typeface="Arial"/>
                <a:cs typeface="Arial"/>
              </a:defRPr>
            </a:lvl2pPr>
            <a:lvl3pPr>
              <a:defRPr sz="3450" b="1">
                <a:solidFill>
                  <a:srgbClr val="183E32"/>
                </a:solidFill>
                <a:latin typeface="Arial"/>
                <a:ea typeface="Arial"/>
                <a:cs typeface="Arial"/>
              </a:defRPr>
            </a:lvl3pPr>
            <a:lvl4pPr>
              <a:defRPr sz="3450" b="1">
                <a:solidFill>
                  <a:srgbClr val="183E32"/>
                </a:solidFill>
                <a:latin typeface="Arial"/>
                <a:ea typeface="Arial"/>
                <a:cs typeface="Arial"/>
              </a:defRPr>
            </a:lvl4pPr>
            <a:lvl5pPr>
              <a:defRPr sz="3450" b="1">
                <a:solidFill>
                  <a:srgbClr val="183E32"/>
                </a:solidFill>
                <a:latin typeface="Arial"/>
                <a:ea typeface="Arial"/>
                <a:cs typeface="Arial"/>
              </a:defRPr>
            </a:lvl5pPr>
            <a:lvl6pPr>
              <a:defRPr sz="3450" b="1">
                <a:solidFill>
                  <a:srgbClr val="183E32"/>
                </a:solidFill>
                <a:latin typeface="Arial"/>
                <a:ea typeface="Arial"/>
                <a:cs typeface="Arial"/>
              </a:defRPr>
            </a:lvl6pPr>
            <a:lvl7pPr>
              <a:defRPr sz="3450" b="1">
                <a:solidFill>
                  <a:srgbClr val="183E32"/>
                </a:solidFill>
                <a:latin typeface="Arial"/>
                <a:ea typeface="Arial"/>
                <a:cs typeface="Arial"/>
              </a:defRPr>
            </a:lvl7pPr>
            <a:lvl8pPr>
              <a:defRPr sz="3450" b="1">
                <a:solidFill>
                  <a:srgbClr val="183E32"/>
                </a:solidFill>
                <a:latin typeface="Arial"/>
                <a:ea typeface="Arial"/>
                <a:cs typeface="Arial"/>
              </a:defRPr>
            </a:lvl8pPr>
            <a:lvl9pPr>
              <a:defRPr sz="3450" b="1">
                <a:solidFill>
                  <a:srgbClr val="183E32"/>
                </a:solidFill>
                <a:latin typeface="Arial"/>
                <a:ea typeface="Arial"/>
                <a:cs typeface="Arial"/>
              </a:defRPr>
            </a:lvl9pPr>
          </a:lstStyle>
          <a:p xmlns:a="http://schemas.openxmlformats.org/drawingml/2006/main">
            <a:pPr>
              <a:defRPr sz="3450" b="1">
                <a:solidFill>
                  <a:srgbClr val="183E32"/>
                </a:solidFill>
                <a:latin typeface="Arial"/>
                <a:ea typeface="Arial"/>
                <a:cs typeface="Arial"/>
              </a:defRPr>
            </a:pPr>
            <a:r>
              <a:rPr sz="3450" b="1">
                <a:solidFill>
                  <a:srgbClr val="183E32"/>
                </a:solidFill>
                <a:latin typeface="Arial"/>
                <a:ea typeface="Arial"/>
                <a:cs typeface="Arial"/>
              </a:rPr>
              <a:t>The software works in simulation. Hardware checks come next.</a:t>
            </a:r>
          </a:p>
        </p:txBody>
      </p:sp>
      <p:sp>
        <p:nvSpPr>
          <p:cNvPr id="3" name="text-2">
            <a:extLst xmlns:a="http://schemas.openxmlformats.org/drawingml/2006/main">
              <a:ext uri="{FF2B5EF4-FFF2-40B4-BE49-F238E27FC236}">
                <a16:creationId xmlns:a16="http://schemas.microsoft.com/office/drawing/2014/main" id="{D6200EB0-4C2C-4709-8DE3-F7397063CE87}"/>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536C60"/>
                </a:solidFill>
                <a:latin typeface="Arial"/>
                <a:ea typeface="Arial"/>
                <a:cs typeface="Arial"/>
              </a:defRPr>
            </a:defPPr>
            <a:lvl1pPr>
              <a:defRPr sz="975" b="0">
                <a:solidFill>
                  <a:srgbClr val="536C60"/>
                </a:solidFill>
                <a:latin typeface="Arial"/>
                <a:ea typeface="Arial"/>
                <a:cs typeface="Arial"/>
              </a:defRPr>
            </a:lvl1pPr>
            <a:lvl2pPr>
              <a:defRPr sz="975" b="0">
                <a:solidFill>
                  <a:srgbClr val="536C60"/>
                </a:solidFill>
                <a:latin typeface="Arial"/>
                <a:ea typeface="Arial"/>
                <a:cs typeface="Arial"/>
              </a:defRPr>
            </a:lvl2pPr>
            <a:lvl3pPr>
              <a:defRPr sz="975" b="0">
                <a:solidFill>
                  <a:srgbClr val="536C60"/>
                </a:solidFill>
                <a:latin typeface="Arial"/>
                <a:ea typeface="Arial"/>
                <a:cs typeface="Arial"/>
              </a:defRPr>
            </a:lvl3pPr>
            <a:lvl4pPr>
              <a:defRPr sz="975" b="0">
                <a:solidFill>
                  <a:srgbClr val="536C60"/>
                </a:solidFill>
                <a:latin typeface="Arial"/>
                <a:ea typeface="Arial"/>
                <a:cs typeface="Arial"/>
              </a:defRPr>
            </a:lvl4pPr>
            <a:lvl5pPr>
              <a:defRPr sz="975" b="0">
                <a:solidFill>
                  <a:srgbClr val="536C60"/>
                </a:solidFill>
                <a:latin typeface="Arial"/>
                <a:ea typeface="Arial"/>
                <a:cs typeface="Arial"/>
              </a:defRPr>
            </a:lvl5pPr>
            <a:lvl6pPr>
              <a:defRPr sz="975" b="0">
                <a:solidFill>
                  <a:srgbClr val="536C60"/>
                </a:solidFill>
                <a:latin typeface="Arial"/>
                <a:ea typeface="Arial"/>
                <a:cs typeface="Arial"/>
              </a:defRPr>
            </a:lvl6pPr>
            <a:lvl7pPr>
              <a:defRPr sz="975" b="0">
                <a:solidFill>
                  <a:srgbClr val="536C60"/>
                </a:solidFill>
                <a:latin typeface="Arial"/>
                <a:ea typeface="Arial"/>
                <a:cs typeface="Arial"/>
              </a:defRPr>
            </a:lvl7pPr>
            <a:lvl8pPr>
              <a:defRPr sz="975" b="0">
                <a:solidFill>
                  <a:srgbClr val="536C60"/>
                </a:solidFill>
                <a:latin typeface="Arial"/>
                <a:ea typeface="Arial"/>
                <a:cs typeface="Arial"/>
              </a:defRPr>
            </a:lvl8pPr>
            <a:lvl9pPr>
              <a:defRPr sz="975" b="0">
                <a:solidFill>
                  <a:srgbClr val="536C60"/>
                </a:solidFill>
                <a:latin typeface="Arial"/>
                <a:ea typeface="Arial"/>
                <a:cs typeface="Arial"/>
              </a:defRPr>
            </a:lvl9pPr>
          </a:lstStyle>
          <a:p xmlns:a="http://schemas.openxmlformats.org/drawingml/2006/main">
            <a:pPr>
              <a:defRPr sz="975" b="0">
                <a:solidFill>
                  <a:srgbClr val="536C60"/>
                </a:solidFill>
                <a:latin typeface="Arial"/>
                <a:ea typeface="Arial"/>
                <a:cs typeface="Arial"/>
              </a:defRPr>
            </a:pPr>
            <a:r>
              <a:rPr sz="975" b="0">
                <a:solidFill>
                  <a:srgbClr val="536C60"/>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4657B328-7B8B-4E43-A97B-7B50BD1C1BEB}"/>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536C60"/>
                </a:solidFill>
                <a:latin typeface="Arial"/>
                <a:ea typeface="Arial"/>
                <a:cs typeface="Arial"/>
              </a:defRPr>
            </a:defPPr>
            <a:lvl1pPr>
              <a:defRPr sz="1050" b="0">
                <a:solidFill>
                  <a:srgbClr val="536C60"/>
                </a:solidFill>
                <a:latin typeface="Arial"/>
                <a:ea typeface="Arial"/>
                <a:cs typeface="Arial"/>
              </a:defRPr>
            </a:lvl1pPr>
            <a:lvl2pPr>
              <a:defRPr sz="1050" b="0">
                <a:solidFill>
                  <a:srgbClr val="536C60"/>
                </a:solidFill>
                <a:latin typeface="Arial"/>
                <a:ea typeface="Arial"/>
                <a:cs typeface="Arial"/>
              </a:defRPr>
            </a:lvl2pPr>
            <a:lvl3pPr>
              <a:defRPr sz="1050" b="0">
                <a:solidFill>
                  <a:srgbClr val="536C60"/>
                </a:solidFill>
                <a:latin typeface="Arial"/>
                <a:ea typeface="Arial"/>
                <a:cs typeface="Arial"/>
              </a:defRPr>
            </a:lvl3pPr>
            <a:lvl4pPr>
              <a:defRPr sz="1050" b="0">
                <a:solidFill>
                  <a:srgbClr val="536C60"/>
                </a:solidFill>
                <a:latin typeface="Arial"/>
                <a:ea typeface="Arial"/>
                <a:cs typeface="Arial"/>
              </a:defRPr>
            </a:lvl4pPr>
            <a:lvl5pPr>
              <a:defRPr sz="1050" b="0">
                <a:solidFill>
                  <a:srgbClr val="536C60"/>
                </a:solidFill>
                <a:latin typeface="Arial"/>
                <a:ea typeface="Arial"/>
                <a:cs typeface="Arial"/>
              </a:defRPr>
            </a:lvl5pPr>
            <a:lvl6pPr>
              <a:defRPr sz="1050" b="0">
                <a:solidFill>
                  <a:srgbClr val="536C60"/>
                </a:solidFill>
                <a:latin typeface="Arial"/>
                <a:ea typeface="Arial"/>
                <a:cs typeface="Arial"/>
              </a:defRPr>
            </a:lvl6pPr>
            <a:lvl7pPr>
              <a:defRPr sz="1050" b="0">
                <a:solidFill>
                  <a:srgbClr val="536C60"/>
                </a:solidFill>
                <a:latin typeface="Arial"/>
                <a:ea typeface="Arial"/>
                <a:cs typeface="Arial"/>
              </a:defRPr>
            </a:lvl7pPr>
            <a:lvl8pPr>
              <a:defRPr sz="1050" b="0">
                <a:solidFill>
                  <a:srgbClr val="536C60"/>
                </a:solidFill>
                <a:latin typeface="Arial"/>
                <a:ea typeface="Arial"/>
                <a:cs typeface="Arial"/>
              </a:defRPr>
            </a:lvl8pPr>
            <a:lvl9pPr>
              <a:defRPr sz="1050" b="0">
                <a:solidFill>
                  <a:srgbClr val="536C60"/>
                </a:solidFill>
                <a:latin typeface="Arial"/>
                <a:ea typeface="Arial"/>
                <a:cs typeface="Arial"/>
              </a:defRPr>
            </a:lvl9pPr>
          </a:lstStyle>
          <a:p xmlns:a="http://schemas.openxmlformats.org/drawingml/2006/main">
            <a:pPr>
              <a:defRPr sz="1050" b="0">
                <a:solidFill>
                  <a:srgbClr val="536C60"/>
                </a:solidFill>
                <a:latin typeface="Arial"/>
                <a:ea typeface="Arial"/>
                <a:cs typeface="Arial"/>
              </a:defRPr>
            </a:pPr>
            <a:r>
              <a:rPr sz="1050" b="0">
                <a:solidFill>
                  <a:srgbClr val="536C60"/>
                </a:solidFill>
                <a:latin typeface="Arial"/>
                <a:ea typeface="Arial"/>
                <a:cs typeface="Arial"/>
              </a:rPr>
              <a:t>10</a:t>
            </a:r>
          </a:p>
        </p:txBody>
      </p:sp>
      <p:sp>
        <p:nvSpPr>
          <p:cNvPr id="5" name="text-4">
            <a:extLst xmlns:a="http://schemas.openxmlformats.org/drawingml/2006/main">
              <a:ext uri="{FF2B5EF4-FFF2-40B4-BE49-F238E27FC236}">
                <a16:creationId xmlns:a16="http://schemas.microsoft.com/office/drawing/2014/main" id="{76AAE46B-4583-46CC-BC7C-CA28D3CCA54C}"/>
              </a:ext>
            </a:extLst>
          </p:cNvPr>
          <p:cNvSpPr>
            <a:spLocks xmlns:a="http://schemas.openxmlformats.org/drawingml/2006/main" noGrp="1"/>
          </p:cNvSpPr>
          <p:nvPr/>
        </p:nvSpPr>
        <p:spPr>
          <a:xfrm xmlns:a="http://schemas.openxmlformats.org/drawingml/2006/main">
            <a:off x="609600" y="2419350"/>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Completed software checks</a:t>
            </a:r>
          </a:p>
        </p:txBody>
      </p:sp>
      <p:sp>
        <p:nvSpPr>
          <p:cNvPr id="6" name="text-5">
            <a:extLst xmlns:a="http://schemas.openxmlformats.org/drawingml/2006/main">
              <a:ext uri="{FF2B5EF4-FFF2-40B4-BE49-F238E27FC236}">
                <a16:creationId xmlns:a16="http://schemas.microsoft.com/office/drawing/2014/main" id="{CAFA4BC7-6132-4AC1-8519-5AED80D6E9A7}"/>
              </a:ext>
            </a:extLst>
          </p:cNvPr>
          <p:cNvSpPr>
            <a:spLocks xmlns:a="http://schemas.openxmlformats.org/drawingml/2006/main" noGrp="1"/>
          </p:cNvSpPr>
          <p:nvPr/>
        </p:nvSpPr>
        <p:spPr>
          <a:xfrm xmlns:a="http://schemas.openxmlformats.org/drawingml/2006/main">
            <a:off x="609600" y="300037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19 automated tests passed.</a:t>
            </a:r>
          </a:p>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Frontend built. Companion sketch compiled.</a:t>
            </a:r>
          </a:p>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Dashboard and simulator exchanged data.</a:t>
            </a:r>
          </a:p>
        </p:txBody>
      </p:sp>
      <p:sp>
        <p:nvSpPr>
          <p:cNvPr id="7" name="text-6">
            <a:extLst xmlns:a="http://schemas.openxmlformats.org/drawingml/2006/main">
              <a:ext uri="{FF2B5EF4-FFF2-40B4-BE49-F238E27FC236}">
                <a16:creationId xmlns:a16="http://schemas.microsoft.com/office/drawing/2014/main" id="{44C26F9A-90D2-4406-8A34-6563C9A40539}"/>
              </a:ext>
            </a:extLst>
          </p:cNvPr>
          <p:cNvSpPr>
            <a:spLocks xmlns:a="http://schemas.openxmlformats.org/drawingml/2006/main" noGrp="1"/>
          </p:cNvSpPr>
          <p:nvPr/>
        </p:nvSpPr>
        <p:spPr>
          <a:xfrm xmlns:a="http://schemas.openxmlformats.org/drawingml/2006/main">
            <a:off x="6477000" y="24193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05C45"/>
                </a:solidFill>
                <a:latin typeface="Arial"/>
                <a:ea typeface="Arial"/>
                <a:cs typeface="Arial"/>
              </a:defRPr>
            </a:defPPr>
            <a:lvl1pPr>
              <a:defRPr sz="2250" b="1">
                <a:solidFill>
                  <a:srgbClr val="205C45"/>
                </a:solidFill>
                <a:latin typeface="Arial"/>
                <a:ea typeface="Arial"/>
                <a:cs typeface="Arial"/>
              </a:defRPr>
            </a:lvl1pPr>
            <a:lvl2pPr>
              <a:defRPr sz="2250" b="1">
                <a:solidFill>
                  <a:srgbClr val="205C45"/>
                </a:solidFill>
                <a:latin typeface="Arial"/>
                <a:ea typeface="Arial"/>
                <a:cs typeface="Arial"/>
              </a:defRPr>
            </a:lvl2pPr>
            <a:lvl3pPr>
              <a:defRPr sz="2250" b="1">
                <a:solidFill>
                  <a:srgbClr val="205C45"/>
                </a:solidFill>
                <a:latin typeface="Arial"/>
                <a:ea typeface="Arial"/>
                <a:cs typeface="Arial"/>
              </a:defRPr>
            </a:lvl3pPr>
            <a:lvl4pPr>
              <a:defRPr sz="2250" b="1">
                <a:solidFill>
                  <a:srgbClr val="205C45"/>
                </a:solidFill>
                <a:latin typeface="Arial"/>
                <a:ea typeface="Arial"/>
                <a:cs typeface="Arial"/>
              </a:defRPr>
            </a:lvl4pPr>
            <a:lvl5pPr>
              <a:defRPr sz="2250" b="1">
                <a:solidFill>
                  <a:srgbClr val="205C45"/>
                </a:solidFill>
                <a:latin typeface="Arial"/>
                <a:ea typeface="Arial"/>
                <a:cs typeface="Arial"/>
              </a:defRPr>
            </a:lvl5pPr>
            <a:lvl6pPr>
              <a:defRPr sz="2250" b="1">
                <a:solidFill>
                  <a:srgbClr val="205C45"/>
                </a:solidFill>
                <a:latin typeface="Arial"/>
                <a:ea typeface="Arial"/>
                <a:cs typeface="Arial"/>
              </a:defRPr>
            </a:lvl6pPr>
            <a:lvl7pPr>
              <a:defRPr sz="2250" b="1">
                <a:solidFill>
                  <a:srgbClr val="205C45"/>
                </a:solidFill>
                <a:latin typeface="Arial"/>
                <a:ea typeface="Arial"/>
                <a:cs typeface="Arial"/>
              </a:defRPr>
            </a:lvl7pPr>
            <a:lvl8pPr>
              <a:defRPr sz="2250" b="1">
                <a:solidFill>
                  <a:srgbClr val="205C45"/>
                </a:solidFill>
                <a:latin typeface="Arial"/>
                <a:ea typeface="Arial"/>
                <a:cs typeface="Arial"/>
              </a:defRPr>
            </a:lvl8pPr>
            <a:lvl9pPr>
              <a:defRPr sz="2250" b="1">
                <a:solidFill>
                  <a:srgbClr val="205C45"/>
                </a:solidFill>
                <a:latin typeface="Arial"/>
                <a:ea typeface="Arial"/>
                <a:cs typeface="Arial"/>
              </a:defRPr>
            </a:lvl9pPr>
          </a:lstStyle>
          <a:p xmlns:a="http://schemas.openxmlformats.org/drawingml/2006/main">
            <a:pPr>
              <a:defRPr sz="2250" b="1">
                <a:solidFill>
                  <a:srgbClr val="205C45"/>
                </a:solidFill>
                <a:latin typeface="Arial"/>
                <a:ea typeface="Arial"/>
                <a:cs typeface="Arial"/>
              </a:defRPr>
            </a:pPr>
            <a:r>
              <a:rPr sz="2250" b="1">
                <a:solidFill>
                  <a:srgbClr val="205C45"/>
                </a:solidFill>
                <a:latin typeface="Arial"/>
                <a:ea typeface="Arial"/>
                <a:cs typeface="Arial"/>
              </a:rPr>
              <a:t>Before the physical demonstration</a:t>
            </a:r>
          </a:p>
        </p:txBody>
      </p:sp>
      <p:sp>
        <p:nvSpPr>
          <p:cNvPr id="8" name="text-7">
            <a:extLst xmlns:a="http://schemas.openxmlformats.org/drawingml/2006/main">
              <a:ext uri="{FF2B5EF4-FFF2-40B4-BE49-F238E27FC236}">
                <a16:creationId xmlns:a16="http://schemas.microsoft.com/office/drawing/2014/main" id="{E595C99C-75AB-408F-987F-0F4AEED4DA76}"/>
              </a:ext>
            </a:extLst>
          </p:cNvPr>
          <p:cNvSpPr>
            <a:spLocks xmlns:a="http://schemas.openxmlformats.org/drawingml/2006/main" noGrp="1"/>
          </p:cNvSpPr>
          <p:nvPr/>
        </p:nvSpPr>
        <p:spPr>
          <a:xfrm xmlns:a="http://schemas.openxmlformats.org/drawingml/2006/main">
            <a:off x="6477000" y="3000375"/>
            <a:ext cx="5048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Confirm real sensor readings and outputs.</a:t>
            </a:r>
          </a:p>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Check protective stops and disconnects.</a:t>
            </a:r>
          </a:p>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Verify phone access over the hotspot.</a:t>
            </a:r>
          </a:p>
        </p:txBody>
      </p:sp>
      <p:sp>
        <p:nvSpPr>
          <p:cNvPr id="9" name="text-8">
            <a:extLst xmlns:a="http://schemas.openxmlformats.org/drawingml/2006/main">
              <a:ext uri="{FF2B5EF4-FFF2-40B4-BE49-F238E27FC236}">
                <a16:creationId xmlns:a16="http://schemas.microsoft.com/office/drawing/2014/main" id="{C40F9DFA-78CF-4A53-BB82-306D286E1063}"/>
              </a:ext>
            </a:extLst>
          </p:cNvPr>
          <p:cNvSpPr>
            <a:spLocks xmlns:a="http://schemas.openxmlformats.org/drawingml/2006/main" noGrp="1"/>
          </p:cNvSpPr>
          <p:nvPr/>
        </p:nvSpPr>
        <p:spPr>
          <a:xfrm xmlns:a="http://schemas.openxmlformats.org/drawingml/2006/main">
            <a:off x="609600" y="547687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Calibration remains untested. Soil and reservoir percentages are estimates.</a:t>
            </a:r>
          </a:p>
        </p:txBody>
      </p:sp>
    </p:spTree>
    <p:extLst>
      <p:ext uri="{BB962C8B-B14F-4D97-AF65-F5344CB8AC3E}">
        <p14:creationId xmlns:p14="http://schemas.microsoft.com/office/powerpoint/2010/main" val="1926123699"/>
      </p:ext>
    </p:extLst>
  </p:cSld>
</p:sld>
</file>

<file path=ppt/slides/slide11.xml><?xml version="1.0" encoding="utf-8"?>
<p:sld xmlns:p="http://schemas.openxmlformats.org/presentationml/2006/main">
  <p:cSld>
    <p:bg>
      <p:bgPr>
        <a:solidFill xmlns:a="http://schemas.openxmlformats.org/drawingml/2006/main">
          <a:srgbClr val="F5F7F0"/>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0F4CF1D3-CA42-4115-A5AB-B9B2680406B3}"/>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205C45"/>
                </a:solidFill>
                <a:latin typeface="Arial"/>
                <a:ea typeface="Arial"/>
                <a:cs typeface="Arial"/>
              </a:defRPr>
            </a:defPPr>
            <a:lvl1pPr>
              <a:defRPr sz="1275" b="1">
                <a:solidFill>
                  <a:srgbClr val="205C45"/>
                </a:solidFill>
                <a:latin typeface="Arial"/>
                <a:ea typeface="Arial"/>
                <a:cs typeface="Arial"/>
              </a:defRPr>
            </a:lvl1pPr>
            <a:lvl2pPr>
              <a:defRPr sz="1275" b="1">
                <a:solidFill>
                  <a:srgbClr val="205C45"/>
                </a:solidFill>
                <a:latin typeface="Arial"/>
                <a:ea typeface="Arial"/>
                <a:cs typeface="Arial"/>
              </a:defRPr>
            </a:lvl2pPr>
            <a:lvl3pPr>
              <a:defRPr sz="1275" b="1">
                <a:solidFill>
                  <a:srgbClr val="205C45"/>
                </a:solidFill>
                <a:latin typeface="Arial"/>
                <a:ea typeface="Arial"/>
                <a:cs typeface="Arial"/>
              </a:defRPr>
            </a:lvl3pPr>
            <a:lvl4pPr>
              <a:defRPr sz="1275" b="1">
                <a:solidFill>
                  <a:srgbClr val="205C45"/>
                </a:solidFill>
                <a:latin typeface="Arial"/>
                <a:ea typeface="Arial"/>
                <a:cs typeface="Arial"/>
              </a:defRPr>
            </a:lvl4pPr>
            <a:lvl5pPr>
              <a:defRPr sz="1275" b="1">
                <a:solidFill>
                  <a:srgbClr val="205C45"/>
                </a:solidFill>
                <a:latin typeface="Arial"/>
                <a:ea typeface="Arial"/>
                <a:cs typeface="Arial"/>
              </a:defRPr>
            </a:lvl5pPr>
            <a:lvl6pPr>
              <a:defRPr sz="1275" b="1">
                <a:solidFill>
                  <a:srgbClr val="205C45"/>
                </a:solidFill>
                <a:latin typeface="Arial"/>
                <a:ea typeface="Arial"/>
                <a:cs typeface="Arial"/>
              </a:defRPr>
            </a:lvl6pPr>
            <a:lvl7pPr>
              <a:defRPr sz="1275" b="1">
                <a:solidFill>
                  <a:srgbClr val="205C45"/>
                </a:solidFill>
                <a:latin typeface="Arial"/>
                <a:ea typeface="Arial"/>
                <a:cs typeface="Arial"/>
              </a:defRPr>
            </a:lvl7pPr>
            <a:lvl8pPr>
              <a:defRPr sz="1275" b="1">
                <a:solidFill>
                  <a:srgbClr val="205C45"/>
                </a:solidFill>
                <a:latin typeface="Arial"/>
                <a:ea typeface="Arial"/>
                <a:cs typeface="Arial"/>
              </a:defRPr>
            </a:lvl8pPr>
            <a:lvl9pPr>
              <a:defRPr sz="1275" b="1">
                <a:solidFill>
                  <a:srgbClr val="205C45"/>
                </a:solidFill>
                <a:latin typeface="Arial"/>
                <a:ea typeface="Arial"/>
                <a:cs typeface="Arial"/>
              </a:defRPr>
            </a:lvl9pPr>
          </a:lstStyle>
          <a:p xmlns:a="http://schemas.openxmlformats.org/drawingml/2006/main">
            <a:pPr>
              <a:defRPr sz="1275" b="1">
                <a:solidFill>
                  <a:srgbClr val="205C45"/>
                </a:solidFill>
                <a:latin typeface="Arial"/>
                <a:ea typeface="Arial"/>
                <a:cs typeface="Arial"/>
              </a:defRPr>
            </a:pPr>
            <a:r>
              <a:rPr sz="1275" b="1">
                <a:solidFill>
                  <a:srgbClr val="205C45"/>
                </a:solidFill>
                <a:latin typeface="Arial"/>
                <a:ea typeface="Arial"/>
                <a:cs typeface="Arial"/>
              </a:rPr>
              <a:t>LIVE DEMO · ABOUT 90 SECONDS</a:t>
            </a:r>
          </a:p>
        </p:txBody>
      </p:sp>
      <p:sp>
        <p:nvSpPr>
          <p:cNvPr id="2" name="text-1">
            <a:extLst xmlns:a="http://schemas.openxmlformats.org/drawingml/2006/main">
              <a:ext uri="{FF2B5EF4-FFF2-40B4-BE49-F238E27FC236}">
                <a16:creationId xmlns:a16="http://schemas.microsoft.com/office/drawing/2014/main" id="{A4E6C2F7-6015-426B-9ADF-7E5428046570}"/>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183E32"/>
                </a:solidFill>
                <a:latin typeface="Arial"/>
                <a:ea typeface="Arial"/>
                <a:cs typeface="Arial"/>
              </a:defRPr>
            </a:defPPr>
            <a:lvl1pPr>
              <a:defRPr sz="3450" b="1">
                <a:solidFill>
                  <a:srgbClr val="183E32"/>
                </a:solidFill>
                <a:latin typeface="Arial"/>
                <a:ea typeface="Arial"/>
                <a:cs typeface="Arial"/>
              </a:defRPr>
            </a:lvl1pPr>
            <a:lvl2pPr>
              <a:defRPr sz="3450" b="1">
                <a:solidFill>
                  <a:srgbClr val="183E32"/>
                </a:solidFill>
                <a:latin typeface="Arial"/>
                <a:ea typeface="Arial"/>
                <a:cs typeface="Arial"/>
              </a:defRPr>
            </a:lvl2pPr>
            <a:lvl3pPr>
              <a:defRPr sz="3450" b="1">
                <a:solidFill>
                  <a:srgbClr val="183E32"/>
                </a:solidFill>
                <a:latin typeface="Arial"/>
                <a:ea typeface="Arial"/>
                <a:cs typeface="Arial"/>
              </a:defRPr>
            </a:lvl3pPr>
            <a:lvl4pPr>
              <a:defRPr sz="3450" b="1">
                <a:solidFill>
                  <a:srgbClr val="183E32"/>
                </a:solidFill>
                <a:latin typeface="Arial"/>
                <a:ea typeface="Arial"/>
                <a:cs typeface="Arial"/>
              </a:defRPr>
            </a:lvl4pPr>
            <a:lvl5pPr>
              <a:defRPr sz="3450" b="1">
                <a:solidFill>
                  <a:srgbClr val="183E32"/>
                </a:solidFill>
                <a:latin typeface="Arial"/>
                <a:ea typeface="Arial"/>
                <a:cs typeface="Arial"/>
              </a:defRPr>
            </a:lvl5pPr>
            <a:lvl6pPr>
              <a:defRPr sz="3450" b="1">
                <a:solidFill>
                  <a:srgbClr val="183E32"/>
                </a:solidFill>
                <a:latin typeface="Arial"/>
                <a:ea typeface="Arial"/>
                <a:cs typeface="Arial"/>
              </a:defRPr>
            </a:lvl6pPr>
            <a:lvl7pPr>
              <a:defRPr sz="3450" b="1">
                <a:solidFill>
                  <a:srgbClr val="183E32"/>
                </a:solidFill>
                <a:latin typeface="Arial"/>
                <a:ea typeface="Arial"/>
                <a:cs typeface="Arial"/>
              </a:defRPr>
            </a:lvl7pPr>
            <a:lvl8pPr>
              <a:defRPr sz="3450" b="1">
                <a:solidFill>
                  <a:srgbClr val="183E32"/>
                </a:solidFill>
                <a:latin typeface="Arial"/>
                <a:ea typeface="Arial"/>
                <a:cs typeface="Arial"/>
              </a:defRPr>
            </a:lvl8pPr>
            <a:lvl9pPr>
              <a:defRPr sz="3450" b="1">
                <a:solidFill>
                  <a:srgbClr val="183E32"/>
                </a:solidFill>
                <a:latin typeface="Arial"/>
                <a:ea typeface="Arial"/>
                <a:cs typeface="Arial"/>
              </a:defRPr>
            </a:lvl9pPr>
          </a:lstStyle>
          <a:p xmlns:a="http://schemas.openxmlformats.org/drawingml/2006/main">
            <a:pPr>
              <a:defRPr sz="3450" b="1">
                <a:solidFill>
                  <a:srgbClr val="183E32"/>
                </a:solidFill>
                <a:latin typeface="Arial"/>
                <a:ea typeface="Arial"/>
                <a:cs typeface="Arial"/>
              </a:defRPr>
            </a:pPr>
            <a:r>
              <a:rPr sz="3450" b="1">
                <a:solidFill>
                  <a:srgbClr val="183E32"/>
                </a:solidFill>
                <a:latin typeface="Arial"/>
                <a:ea typeface="Arial"/>
                <a:cs typeface="Arial"/>
              </a:rPr>
              <a:t>The demonstration makes the product tangible.</a:t>
            </a:r>
          </a:p>
        </p:txBody>
      </p:sp>
      <p:sp>
        <p:nvSpPr>
          <p:cNvPr id="3" name="text-2">
            <a:extLst xmlns:a="http://schemas.openxmlformats.org/drawingml/2006/main">
              <a:ext uri="{FF2B5EF4-FFF2-40B4-BE49-F238E27FC236}">
                <a16:creationId xmlns:a16="http://schemas.microsoft.com/office/drawing/2014/main" id="{B5467474-305D-4BE9-A1AB-94BBB617EBC9}"/>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536C60"/>
                </a:solidFill>
                <a:latin typeface="Arial"/>
                <a:ea typeface="Arial"/>
                <a:cs typeface="Arial"/>
              </a:defRPr>
            </a:defPPr>
            <a:lvl1pPr>
              <a:defRPr sz="975" b="0">
                <a:solidFill>
                  <a:srgbClr val="536C60"/>
                </a:solidFill>
                <a:latin typeface="Arial"/>
                <a:ea typeface="Arial"/>
                <a:cs typeface="Arial"/>
              </a:defRPr>
            </a:lvl1pPr>
            <a:lvl2pPr>
              <a:defRPr sz="975" b="0">
                <a:solidFill>
                  <a:srgbClr val="536C60"/>
                </a:solidFill>
                <a:latin typeface="Arial"/>
                <a:ea typeface="Arial"/>
                <a:cs typeface="Arial"/>
              </a:defRPr>
            </a:lvl2pPr>
            <a:lvl3pPr>
              <a:defRPr sz="975" b="0">
                <a:solidFill>
                  <a:srgbClr val="536C60"/>
                </a:solidFill>
                <a:latin typeface="Arial"/>
                <a:ea typeface="Arial"/>
                <a:cs typeface="Arial"/>
              </a:defRPr>
            </a:lvl3pPr>
            <a:lvl4pPr>
              <a:defRPr sz="975" b="0">
                <a:solidFill>
                  <a:srgbClr val="536C60"/>
                </a:solidFill>
                <a:latin typeface="Arial"/>
                <a:ea typeface="Arial"/>
                <a:cs typeface="Arial"/>
              </a:defRPr>
            </a:lvl4pPr>
            <a:lvl5pPr>
              <a:defRPr sz="975" b="0">
                <a:solidFill>
                  <a:srgbClr val="536C60"/>
                </a:solidFill>
                <a:latin typeface="Arial"/>
                <a:ea typeface="Arial"/>
                <a:cs typeface="Arial"/>
              </a:defRPr>
            </a:lvl5pPr>
            <a:lvl6pPr>
              <a:defRPr sz="975" b="0">
                <a:solidFill>
                  <a:srgbClr val="536C60"/>
                </a:solidFill>
                <a:latin typeface="Arial"/>
                <a:ea typeface="Arial"/>
                <a:cs typeface="Arial"/>
              </a:defRPr>
            </a:lvl6pPr>
            <a:lvl7pPr>
              <a:defRPr sz="975" b="0">
                <a:solidFill>
                  <a:srgbClr val="536C60"/>
                </a:solidFill>
                <a:latin typeface="Arial"/>
                <a:ea typeface="Arial"/>
                <a:cs typeface="Arial"/>
              </a:defRPr>
            </a:lvl7pPr>
            <a:lvl8pPr>
              <a:defRPr sz="975" b="0">
                <a:solidFill>
                  <a:srgbClr val="536C60"/>
                </a:solidFill>
                <a:latin typeface="Arial"/>
                <a:ea typeface="Arial"/>
                <a:cs typeface="Arial"/>
              </a:defRPr>
            </a:lvl8pPr>
            <a:lvl9pPr>
              <a:defRPr sz="975" b="0">
                <a:solidFill>
                  <a:srgbClr val="536C60"/>
                </a:solidFill>
                <a:latin typeface="Arial"/>
                <a:ea typeface="Arial"/>
                <a:cs typeface="Arial"/>
              </a:defRPr>
            </a:lvl9pPr>
          </a:lstStyle>
          <a:p xmlns:a="http://schemas.openxmlformats.org/drawingml/2006/main">
            <a:pPr>
              <a:defRPr sz="975" b="0">
                <a:solidFill>
                  <a:srgbClr val="536C60"/>
                </a:solidFill>
                <a:latin typeface="Arial"/>
                <a:ea typeface="Arial"/>
                <a:cs typeface="Arial"/>
              </a:defRPr>
            </a:pPr>
            <a:r>
              <a:rPr sz="975" b="0">
                <a:solidFill>
                  <a:srgbClr val="536C60"/>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6B359D8B-0A1F-4B47-84F3-5BEE57BA4AEC}"/>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536C60"/>
                </a:solidFill>
                <a:latin typeface="Arial"/>
                <a:ea typeface="Arial"/>
                <a:cs typeface="Arial"/>
              </a:defRPr>
            </a:defPPr>
            <a:lvl1pPr>
              <a:defRPr sz="1050" b="0">
                <a:solidFill>
                  <a:srgbClr val="536C60"/>
                </a:solidFill>
                <a:latin typeface="Arial"/>
                <a:ea typeface="Arial"/>
                <a:cs typeface="Arial"/>
              </a:defRPr>
            </a:lvl1pPr>
            <a:lvl2pPr>
              <a:defRPr sz="1050" b="0">
                <a:solidFill>
                  <a:srgbClr val="536C60"/>
                </a:solidFill>
                <a:latin typeface="Arial"/>
                <a:ea typeface="Arial"/>
                <a:cs typeface="Arial"/>
              </a:defRPr>
            </a:lvl2pPr>
            <a:lvl3pPr>
              <a:defRPr sz="1050" b="0">
                <a:solidFill>
                  <a:srgbClr val="536C60"/>
                </a:solidFill>
                <a:latin typeface="Arial"/>
                <a:ea typeface="Arial"/>
                <a:cs typeface="Arial"/>
              </a:defRPr>
            </a:lvl3pPr>
            <a:lvl4pPr>
              <a:defRPr sz="1050" b="0">
                <a:solidFill>
                  <a:srgbClr val="536C60"/>
                </a:solidFill>
                <a:latin typeface="Arial"/>
                <a:ea typeface="Arial"/>
                <a:cs typeface="Arial"/>
              </a:defRPr>
            </a:lvl4pPr>
            <a:lvl5pPr>
              <a:defRPr sz="1050" b="0">
                <a:solidFill>
                  <a:srgbClr val="536C60"/>
                </a:solidFill>
                <a:latin typeface="Arial"/>
                <a:ea typeface="Arial"/>
                <a:cs typeface="Arial"/>
              </a:defRPr>
            </a:lvl5pPr>
            <a:lvl6pPr>
              <a:defRPr sz="1050" b="0">
                <a:solidFill>
                  <a:srgbClr val="536C60"/>
                </a:solidFill>
                <a:latin typeface="Arial"/>
                <a:ea typeface="Arial"/>
                <a:cs typeface="Arial"/>
              </a:defRPr>
            </a:lvl6pPr>
            <a:lvl7pPr>
              <a:defRPr sz="1050" b="0">
                <a:solidFill>
                  <a:srgbClr val="536C60"/>
                </a:solidFill>
                <a:latin typeface="Arial"/>
                <a:ea typeface="Arial"/>
                <a:cs typeface="Arial"/>
              </a:defRPr>
            </a:lvl7pPr>
            <a:lvl8pPr>
              <a:defRPr sz="1050" b="0">
                <a:solidFill>
                  <a:srgbClr val="536C60"/>
                </a:solidFill>
                <a:latin typeface="Arial"/>
                <a:ea typeface="Arial"/>
                <a:cs typeface="Arial"/>
              </a:defRPr>
            </a:lvl8pPr>
            <a:lvl9pPr>
              <a:defRPr sz="1050" b="0">
                <a:solidFill>
                  <a:srgbClr val="536C60"/>
                </a:solidFill>
                <a:latin typeface="Arial"/>
                <a:ea typeface="Arial"/>
                <a:cs typeface="Arial"/>
              </a:defRPr>
            </a:lvl9pPr>
          </a:lstStyle>
          <a:p xmlns:a="http://schemas.openxmlformats.org/drawingml/2006/main">
            <a:pPr>
              <a:defRPr sz="1050" b="0">
                <a:solidFill>
                  <a:srgbClr val="536C60"/>
                </a:solidFill>
                <a:latin typeface="Arial"/>
                <a:ea typeface="Arial"/>
                <a:cs typeface="Arial"/>
              </a:defRPr>
            </a:pPr>
            <a:r>
              <a:rPr sz="1050" b="0">
                <a:solidFill>
                  <a:srgbClr val="536C60"/>
                </a:solidFill>
                <a:latin typeface="Arial"/>
                <a:ea typeface="Arial"/>
                <a:cs typeface="Arial"/>
              </a:rPr>
              <a:t>11</a:t>
            </a:r>
          </a:p>
        </p:txBody>
      </p:sp>
      <p:sp>
        <p:nvSpPr>
          <p:cNvPr id="5" name="text-4">
            <a:extLst xmlns:a="http://schemas.openxmlformats.org/drawingml/2006/main">
              <a:ext uri="{FF2B5EF4-FFF2-40B4-BE49-F238E27FC236}">
                <a16:creationId xmlns:a16="http://schemas.microsoft.com/office/drawing/2014/main" id="{D0E7D29A-3F6E-4A25-9E17-A73FA2E9A3FA}"/>
              </a:ext>
            </a:extLst>
          </p:cNvPr>
          <p:cNvSpPr>
            <a:spLocks xmlns:a="http://schemas.openxmlformats.org/drawingml/2006/main" noGrp="1"/>
          </p:cNvSpPr>
          <p:nvPr/>
        </p:nvSpPr>
        <p:spPr>
          <a:xfrm xmlns:a="http://schemas.openxmlformats.org/drawingml/2006/main">
            <a:off x="609600" y="226695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05C45"/>
                </a:solidFill>
                <a:latin typeface="Arial"/>
                <a:ea typeface="Arial"/>
                <a:cs typeface="Arial"/>
              </a:defRPr>
            </a:defPPr>
            <a:lvl1pPr>
              <a:defRPr sz="2700" b="1">
                <a:solidFill>
                  <a:srgbClr val="205C45"/>
                </a:solidFill>
                <a:latin typeface="Arial"/>
                <a:ea typeface="Arial"/>
                <a:cs typeface="Arial"/>
              </a:defRPr>
            </a:lvl1pPr>
            <a:lvl2pPr>
              <a:defRPr sz="2700" b="1">
                <a:solidFill>
                  <a:srgbClr val="205C45"/>
                </a:solidFill>
                <a:latin typeface="Arial"/>
                <a:ea typeface="Arial"/>
                <a:cs typeface="Arial"/>
              </a:defRPr>
            </a:lvl2pPr>
            <a:lvl3pPr>
              <a:defRPr sz="2700" b="1">
                <a:solidFill>
                  <a:srgbClr val="205C45"/>
                </a:solidFill>
                <a:latin typeface="Arial"/>
                <a:ea typeface="Arial"/>
                <a:cs typeface="Arial"/>
              </a:defRPr>
            </a:lvl3pPr>
            <a:lvl4pPr>
              <a:defRPr sz="2700" b="1">
                <a:solidFill>
                  <a:srgbClr val="205C45"/>
                </a:solidFill>
                <a:latin typeface="Arial"/>
                <a:ea typeface="Arial"/>
                <a:cs typeface="Arial"/>
              </a:defRPr>
            </a:lvl4pPr>
            <a:lvl5pPr>
              <a:defRPr sz="2700" b="1">
                <a:solidFill>
                  <a:srgbClr val="205C45"/>
                </a:solidFill>
                <a:latin typeface="Arial"/>
                <a:ea typeface="Arial"/>
                <a:cs typeface="Arial"/>
              </a:defRPr>
            </a:lvl5pPr>
            <a:lvl6pPr>
              <a:defRPr sz="2700" b="1">
                <a:solidFill>
                  <a:srgbClr val="205C45"/>
                </a:solidFill>
                <a:latin typeface="Arial"/>
                <a:ea typeface="Arial"/>
                <a:cs typeface="Arial"/>
              </a:defRPr>
            </a:lvl6pPr>
            <a:lvl7pPr>
              <a:defRPr sz="2700" b="1">
                <a:solidFill>
                  <a:srgbClr val="205C45"/>
                </a:solidFill>
                <a:latin typeface="Arial"/>
                <a:ea typeface="Arial"/>
                <a:cs typeface="Arial"/>
              </a:defRPr>
            </a:lvl7pPr>
            <a:lvl8pPr>
              <a:defRPr sz="2700" b="1">
                <a:solidFill>
                  <a:srgbClr val="205C45"/>
                </a:solidFill>
                <a:latin typeface="Arial"/>
                <a:ea typeface="Arial"/>
                <a:cs typeface="Arial"/>
              </a:defRPr>
            </a:lvl8pPr>
            <a:lvl9pPr>
              <a:defRPr sz="2700" b="1">
                <a:solidFill>
                  <a:srgbClr val="205C45"/>
                </a:solidFill>
                <a:latin typeface="Arial"/>
                <a:ea typeface="Arial"/>
                <a:cs typeface="Arial"/>
              </a:defRPr>
            </a:lvl9pPr>
          </a:lstStyle>
          <a:p xmlns:a="http://schemas.openxmlformats.org/drawingml/2006/main">
            <a:pPr>
              <a:defRPr sz="2700" b="1">
                <a:solidFill>
                  <a:srgbClr val="205C45"/>
                </a:solidFill>
                <a:latin typeface="Arial"/>
                <a:ea typeface="Arial"/>
                <a:cs typeface="Arial"/>
              </a:defRPr>
            </a:pPr>
            <a:r>
              <a:rPr sz="2700" b="1">
                <a:solidFill>
                  <a:srgbClr val="205C45"/>
                </a:solidFill>
                <a:latin typeface="Arial"/>
                <a:ea typeface="Arial"/>
                <a:cs typeface="Arial"/>
              </a:rPr>
              <a:t>01</a:t>
            </a:r>
          </a:p>
        </p:txBody>
      </p:sp>
      <p:sp>
        <p:nvSpPr>
          <p:cNvPr id="6" name="text-5">
            <a:extLst xmlns:a="http://schemas.openxmlformats.org/drawingml/2006/main">
              <a:ext uri="{FF2B5EF4-FFF2-40B4-BE49-F238E27FC236}">
                <a16:creationId xmlns:a16="http://schemas.microsoft.com/office/drawing/2014/main" id="{8949A3D9-520F-40D9-8E86-BA2529C8AE0A}"/>
              </a:ext>
            </a:extLst>
          </p:cNvPr>
          <p:cNvSpPr>
            <a:spLocks xmlns:a="http://schemas.openxmlformats.org/drawingml/2006/main" noGrp="1"/>
          </p:cNvSpPr>
          <p:nvPr/>
        </p:nvSpPr>
        <p:spPr>
          <a:xfrm xmlns:a="http://schemas.openxmlformats.org/drawingml/2006/main">
            <a:off x="1571625" y="2266950"/>
            <a:ext cx="219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183E32"/>
                </a:solidFill>
                <a:latin typeface="Arial"/>
                <a:ea typeface="Arial"/>
                <a:cs typeface="Arial"/>
              </a:defRPr>
            </a:defPPr>
            <a:lvl1pPr>
              <a:defRPr sz="2250" b="1">
                <a:solidFill>
                  <a:srgbClr val="183E32"/>
                </a:solidFill>
                <a:latin typeface="Arial"/>
                <a:ea typeface="Arial"/>
                <a:cs typeface="Arial"/>
              </a:defRPr>
            </a:lvl1pPr>
            <a:lvl2pPr>
              <a:defRPr sz="2250" b="1">
                <a:solidFill>
                  <a:srgbClr val="183E32"/>
                </a:solidFill>
                <a:latin typeface="Arial"/>
                <a:ea typeface="Arial"/>
                <a:cs typeface="Arial"/>
              </a:defRPr>
            </a:lvl2pPr>
            <a:lvl3pPr>
              <a:defRPr sz="2250" b="1">
                <a:solidFill>
                  <a:srgbClr val="183E32"/>
                </a:solidFill>
                <a:latin typeface="Arial"/>
                <a:ea typeface="Arial"/>
                <a:cs typeface="Arial"/>
              </a:defRPr>
            </a:lvl3pPr>
            <a:lvl4pPr>
              <a:defRPr sz="2250" b="1">
                <a:solidFill>
                  <a:srgbClr val="183E32"/>
                </a:solidFill>
                <a:latin typeface="Arial"/>
                <a:ea typeface="Arial"/>
                <a:cs typeface="Arial"/>
              </a:defRPr>
            </a:lvl4pPr>
            <a:lvl5pPr>
              <a:defRPr sz="2250" b="1">
                <a:solidFill>
                  <a:srgbClr val="183E32"/>
                </a:solidFill>
                <a:latin typeface="Arial"/>
                <a:ea typeface="Arial"/>
                <a:cs typeface="Arial"/>
              </a:defRPr>
            </a:lvl5pPr>
            <a:lvl6pPr>
              <a:defRPr sz="2250" b="1">
                <a:solidFill>
                  <a:srgbClr val="183E32"/>
                </a:solidFill>
                <a:latin typeface="Arial"/>
                <a:ea typeface="Arial"/>
                <a:cs typeface="Arial"/>
              </a:defRPr>
            </a:lvl6pPr>
            <a:lvl7pPr>
              <a:defRPr sz="2250" b="1">
                <a:solidFill>
                  <a:srgbClr val="183E32"/>
                </a:solidFill>
                <a:latin typeface="Arial"/>
                <a:ea typeface="Arial"/>
                <a:cs typeface="Arial"/>
              </a:defRPr>
            </a:lvl7pPr>
            <a:lvl8pPr>
              <a:defRPr sz="2250" b="1">
                <a:solidFill>
                  <a:srgbClr val="183E32"/>
                </a:solidFill>
                <a:latin typeface="Arial"/>
                <a:ea typeface="Arial"/>
                <a:cs typeface="Arial"/>
              </a:defRPr>
            </a:lvl8pPr>
            <a:lvl9pPr>
              <a:defRPr sz="2250" b="1">
                <a:solidFill>
                  <a:srgbClr val="183E32"/>
                </a:solidFill>
                <a:latin typeface="Arial"/>
                <a:ea typeface="Arial"/>
                <a:cs typeface="Arial"/>
              </a:defRPr>
            </a:lvl9pPr>
          </a:lstStyle>
          <a:p xmlns:a="http://schemas.openxmlformats.org/drawingml/2006/main">
            <a:pPr>
              <a:defRPr sz="2250" b="1">
                <a:solidFill>
                  <a:srgbClr val="183E32"/>
                </a:solidFill>
                <a:latin typeface="Arial"/>
                <a:ea typeface="Arial"/>
                <a:cs typeface="Arial"/>
              </a:defRPr>
            </a:pPr>
            <a:r>
              <a:rPr sz="2250" b="1">
                <a:solidFill>
                  <a:srgbClr val="183E32"/>
                </a:solidFill>
                <a:latin typeface="Arial"/>
                <a:ea typeface="Arial"/>
                <a:cs typeface="Arial"/>
              </a:rPr>
              <a:t>Connect</a:t>
            </a:r>
          </a:p>
        </p:txBody>
      </p:sp>
      <p:sp>
        <p:nvSpPr>
          <p:cNvPr id="7" name="text-6">
            <a:extLst xmlns:a="http://schemas.openxmlformats.org/drawingml/2006/main">
              <a:ext uri="{FF2B5EF4-FFF2-40B4-BE49-F238E27FC236}">
                <a16:creationId xmlns:a16="http://schemas.microsoft.com/office/drawing/2014/main" id="{25977B64-75C5-4423-BC14-7F18CEC2F4DC}"/>
              </a:ext>
            </a:extLst>
          </p:cNvPr>
          <p:cNvSpPr>
            <a:spLocks xmlns:a="http://schemas.openxmlformats.org/drawingml/2006/main" noGrp="1"/>
          </p:cNvSpPr>
          <p:nvPr/>
        </p:nvSpPr>
        <p:spPr>
          <a:xfrm xmlns:a="http://schemas.openxmlformats.org/drawingml/2006/main">
            <a:off x="4000500" y="2295525"/>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Join the demo Wi-Fi and open the laptop dashboard URL.</a:t>
            </a:r>
          </a:p>
        </p:txBody>
      </p:sp>
      <p:sp>
        <p:nvSpPr>
          <p:cNvPr id="8" name="text-7">
            <a:extLst xmlns:a="http://schemas.openxmlformats.org/drawingml/2006/main">
              <a:ext uri="{FF2B5EF4-FFF2-40B4-BE49-F238E27FC236}">
                <a16:creationId xmlns:a16="http://schemas.microsoft.com/office/drawing/2014/main" id="{355D5BF7-756C-4F87-BCD2-EF11F73C970D}"/>
              </a:ext>
            </a:extLst>
          </p:cNvPr>
          <p:cNvSpPr>
            <a:spLocks xmlns:a="http://schemas.openxmlformats.org/drawingml/2006/main" noGrp="1"/>
          </p:cNvSpPr>
          <p:nvPr/>
        </p:nvSpPr>
        <p:spPr>
          <a:xfrm xmlns:a="http://schemas.openxmlformats.org/drawingml/2006/main">
            <a:off x="609600" y="320992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05C45"/>
                </a:solidFill>
                <a:latin typeface="Arial"/>
                <a:ea typeface="Arial"/>
                <a:cs typeface="Arial"/>
              </a:defRPr>
            </a:defPPr>
            <a:lvl1pPr>
              <a:defRPr sz="2700" b="1">
                <a:solidFill>
                  <a:srgbClr val="205C45"/>
                </a:solidFill>
                <a:latin typeface="Arial"/>
                <a:ea typeface="Arial"/>
                <a:cs typeface="Arial"/>
              </a:defRPr>
            </a:lvl1pPr>
            <a:lvl2pPr>
              <a:defRPr sz="2700" b="1">
                <a:solidFill>
                  <a:srgbClr val="205C45"/>
                </a:solidFill>
                <a:latin typeface="Arial"/>
                <a:ea typeface="Arial"/>
                <a:cs typeface="Arial"/>
              </a:defRPr>
            </a:lvl2pPr>
            <a:lvl3pPr>
              <a:defRPr sz="2700" b="1">
                <a:solidFill>
                  <a:srgbClr val="205C45"/>
                </a:solidFill>
                <a:latin typeface="Arial"/>
                <a:ea typeface="Arial"/>
                <a:cs typeface="Arial"/>
              </a:defRPr>
            </a:lvl3pPr>
            <a:lvl4pPr>
              <a:defRPr sz="2700" b="1">
                <a:solidFill>
                  <a:srgbClr val="205C45"/>
                </a:solidFill>
                <a:latin typeface="Arial"/>
                <a:ea typeface="Arial"/>
                <a:cs typeface="Arial"/>
              </a:defRPr>
            </a:lvl4pPr>
            <a:lvl5pPr>
              <a:defRPr sz="2700" b="1">
                <a:solidFill>
                  <a:srgbClr val="205C45"/>
                </a:solidFill>
                <a:latin typeface="Arial"/>
                <a:ea typeface="Arial"/>
                <a:cs typeface="Arial"/>
              </a:defRPr>
            </a:lvl5pPr>
            <a:lvl6pPr>
              <a:defRPr sz="2700" b="1">
                <a:solidFill>
                  <a:srgbClr val="205C45"/>
                </a:solidFill>
                <a:latin typeface="Arial"/>
                <a:ea typeface="Arial"/>
                <a:cs typeface="Arial"/>
              </a:defRPr>
            </a:lvl6pPr>
            <a:lvl7pPr>
              <a:defRPr sz="2700" b="1">
                <a:solidFill>
                  <a:srgbClr val="205C45"/>
                </a:solidFill>
                <a:latin typeface="Arial"/>
                <a:ea typeface="Arial"/>
                <a:cs typeface="Arial"/>
              </a:defRPr>
            </a:lvl7pPr>
            <a:lvl8pPr>
              <a:defRPr sz="2700" b="1">
                <a:solidFill>
                  <a:srgbClr val="205C45"/>
                </a:solidFill>
                <a:latin typeface="Arial"/>
                <a:ea typeface="Arial"/>
                <a:cs typeface="Arial"/>
              </a:defRPr>
            </a:lvl8pPr>
            <a:lvl9pPr>
              <a:defRPr sz="2700" b="1">
                <a:solidFill>
                  <a:srgbClr val="205C45"/>
                </a:solidFill>
                <a:latin typeface="Arial"/>
                <a:ea typeface="Arial"/>
                <a:cs typeface="Arial"/>
              </a:defRPr>
            </a:lvl9pPr>
          </a:lstStyle>
          <a:p xmlns:a="http://schemas.openxmlformats.org/drawingml/2006/main">
            <a:pPr>
              <a:defRPr sz="2700" b="1">
                <a:solidFill>
                  <a:srgbClr val="205C45"/>
                </a:solidFill>
                <a:latin typeface="Arial"/>
                <a:ea typeface="Arial"/>
                <a:cs typeface="Arial"/>
              </a:defRPr>
            </a:pPr>
            <a:r>
              <a:rPr sz="2700" b="1">
                <a:solidFill>
                  <a:srgbClr val="205C45"/>
                </a:solidFill>
                <a:latin typeface="Arial"/>
                <a:ea typeface="Arial"/>
                <a:cs typeface="Arial"/>
              </a:rPr>
              <a:t>02</a:t>
            </a:r>
          </a:p>
        </p:txBody>
      </p:sp>
      <p:sp>
        <p:nvSpPr>
          <p:cNvPr id="9" name="text-8">
            <a:extLst xmlns:a="http://schemas.openxmlformats.org/drawingml/2006/main">
              <a:ext uri="{FF2B5EF4-FFF2-40B4-BE49-F238E27FC236}">
                <a16:creationId xmlns:a16="http://schemas.microsoft.com/office/drawing/2014/main" id="{8116AD93-7ABD-4A26-9CCE-F3AAFA53780F}"/>
              </a:ext>
            </a:extLst>
          </p:cNvPr>
          <p:cNvSpPr>
            <a:spLocks xmlns:a="http://schemas.openxmlformats.org/drawingml/2006/main" noGrp="1"/>
          </p:cNvSpPr>
          <p:nvPr/>
        </p:nvSpPr>
        <p:spPr>
          <a:xfrm xmlns:a="http://schemas.openxmlformats.org/drawingml/2006/main">
            <a:off x="1571625" y="3209925"/>
            <a:ext cx="219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183E32"/>
                </a:solidFill>
                <a:latin typeface="Arial"/>
                <a:ea typeface="Arial"/>
                <a:cs typeface="Arial"/>
              </a:defRPr>
            </a:defPPr>
            <a:lvl1pPr>
              <a:defRPr sz="2250" b="1">
                <a:solidFill>
                  <a:srgbClr val="183E32"/>
                </a:solidFill>
                <a:latin typeface="Arial"/>
                <a:ea typeface="Arial"/>
                <a:cs typeface="Arial"/>
              </a:defRPr>
            </a:lvl1pPr>
            <a:lvl2pPr>
              <a:defRPr sz="2250" b="1">
                <a:solidFill>
                  <a:srgbClr val="183E32"/>
                </a:solidFill>
                <a:latin typeface="Arial"/>
                <a:ea typeface="Arial"/>
                <a:cs typeface="Arial"/>
              </a:defRPr>
            </a:lvl2pPr>
            <a:lvl3pPr>
              <a:defRPr sz="2250" b="1">
                <a:solidFill>
                  <a:srgbClr val="183E32"/>
                </a:solidFill>
                <a:latin typeface="Arial"/>
                <a:ea typeface="Arial"/>
                <a:cs typeface="Arial"/>
              </a:defRPr>
            </a:lvl3pPr>
            <a:lvl4pPr>
              <a:defRPr sz="2250" b="1">
                <a:solidFill>
                  <a:srgbClr val="183E32"/>
                </a:solidFill>
                <a:latin typeface="Arial"/>
                <a:ea typeface="Arial"/>
                <a:cs typeface="Arial"/>
              </a:defRPr>
            </a:lvl4pPr>
            <a:lvl5pPr>
              <a:defRPr sz="2250" b="1">
                <a:solidFill>
                  <a:srgbClr val="183E32"/>
                </a:solidFill>
                <a:latin typeface="Arial"/>
                <a:ea typeface="Arial"/>
                <a:cs typeface="Arial"/>
              </a:defRPr>
            </a:lvl5pPr>
            <a:lvl6pPr>
              <a:defRPr sz="2250" b="1">
                <a:solidFill>
                  <a:srgbClr val="183E32"/>
                </a:solidFill>
                <a:latin typeface="Arial"/>
                <a:ea typeface="Arial"/>
                <a:cs typeface="Arial"/>
              </a:defRPr>
            </a:lvl6pPr>
            <a:lvl7pPr>
              <a:defRPr sz="2250" b="1">
                <a:solidFill>
                  <a:srgbClr val="183E32"/>
                </a:solidFill>
                <a:latin typeface="Arial"/>
                <a:ea typeface="Arial"/>
                <a:cs typeface="Arial"/>
              </a:defRPr>
            </a:lvl7pPr>
            <a:lvl8pPr>
              <a:defRPr sz="2250" b="1">
                <a:solidFill>
                  <a:srgbClr val="183E32"/>
                </a:solidFill>
                <a:latin typeface="Arial"/>
                <a:ea typeface="Arial"/>
                <a:cs typeface="Arial"/>
              </a:defRPr>
            </a:lvl8pPr>
            <a:lvl9pPr>
              <a:defRPr sz="2250" b="1">
                <a:solidFill>
                  <a:srgbClr val="183E32"/>
                </a:solidFill>
                <a:latin typeface="Arial"/>
                <a:ea typeface="Arial"/>
                <a:cs typeface="Arial"/>
              </a:defRPr>
            </a:lvl9pPr>
          </a:lstStyle>
          <a:p xmlns:a="http://schemas.openxmlformats.org/drawingml/2006/main">
            <a:pPr>
              <a:defRPr sz="2250" b="1">
                <a:solidFill>
                  <a:srgbClr val="183E32"/>
                </a:solidFill>
                <a:latin typeface="Arial"/>
                <a:ea typeface="Arial"/>
                <a:cs typeface="Arial"/>
              </a:defRPr>
            </a:pPr>
            <a:r>
              <a:rPr sz="2250" b="1">
                <a:solidFill>
                  <a:srgbClr val="183E32"/>
                </a:solidFill>
                <a:latin typeface="Arial"/>
                <a:ea typeface="Arial"/>
                <a:cs typeface="Arial"/>
              </a:rPr>
              <a:t>Observe</a:t>
            </a:r>
          </a:p>
        </p:txBody>
      </p:sp>
      <p:sp>
        <p:nvSpPr>
          <p:cNvPr id="10" name="text-9">
            <a:extLst xmlns:a="http://schemas.openxmlformats.org/drawingml/2006/main">
              <a:ext uri="{FF2B5EF4-FFF2-40B4-BE49-F238E27FC236}">
                <a16:creationId xmlns:a16="http://schemas.microsoft.com/office/drawing/2014/main" id="{A139F938-C078-45D0-A902-8BD0888D41C8}"/>
              </a:ext>
            </a:extLst>
          </p:cNvPr>
          <p:cNvSpPr>
            <a:spLocks xmlns:a="http://schemas.openxmlformats.org/drawingml/2006/main" noGrp="1"/>
          </p:cNvSpPr>
          <p:nvPr/>
        </p:nvSpPr>
        <p:spPr>
          <a:xfrm xmlns:a="http://schemas.openxmlformats.org/drawingml/2006/main">
            <a:off x="4000500" y="323850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Show the four sensor readings and actuator states.</a:t>
            </a:r>
          </a:p>
        </p:txBody>
      </p:sp>
      <p:sp>
        <p:nvSpPr>
          <p:cNvPr id="11" name="text-10">
            <a:extLst xmlns:a="http://schemas.openxmlformats.org/drawingml/2006/main">
              <a:ext uri="{FF2B5EF4-FFF2-40B4-BE49-F238E27FC236}">
                <a16:creationId xmlns:a16="http://schemas.microsoft.com/office/drawing/2014/main" id="{0CC44871-A975-4B89-8881-3F74D02FF9B4}"/>
              </a:ext>
            </a:extLst>
          </p:cNvPr>
          <p:cNvSpPr>
            <a:spLocks xmlns:a="http://schemas.openxmlformats.org/drawingml/2006/main" noGrp="1"/>
          </p:cNvSpPr>
          <p:nvPr/>
        </p:nvSpPr>
        <p:spPr>
          <a:xfrm xmlns:a="http://schemas.openxmlformats.org/drawingml/2006/main">
            <a:off x="609600" y="41529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05C45"/>
                </a:solidFill>
                <a:latin typeface="Arial"/>
                <a:ea typeface="Arial"/>
                <a:cs typeface="Arial"/>
              </a:defRPr>
            </a:defPPr>
            <a:lvl1pPr>
              <a:defRPr sz="2700" b="1">
                <a:solidFill>
                  <a:srgbClr val="205C45"/>
                </a:solidFill>
                <a:latin typeface="Arial"/>
                <a:ea typeface="Arial"/>
                <a:cs typeface="Arial"/>
              </a:defRPr>
            </a:lvl1pPr>
            <a:lvl2pPr>
              <a:defRPr sz="2700" b="1">
                <a:solidFill>
                  <a:srgbClr val="205C45"/>
                </a:solidFill>
                <a:latin typeface="Arial"/>
                <a:ea typeface="Arial"/>
                <a:cs typeface="Arial"/>
              </a:defRPr>
            </a:lvl2pPr>
            <a:lvl3pPr>
              <a:defRPr sz="2700" b="1">
                <a:solidFill>
                  <a:srgbClr val="205C45"/>
                </a:solidFill>
                <a:latin typeface="Arial"/>
                <a:ea typeface="Arial"/>
                <a:cs typeface="Arial"/>
              </a:defRPr>
            </a:lvl3pPr>
            <a:lvl4pPr>
              <a:defRPr sz="2700" b="1">
                <a:solidFill>
                  <a:srgbClr val="205C45"/>
                </a:solidFill>
                <a:latin typeface="Arial"/>
                <a:ea typeface="Arial"/>
                <a:cs typeface="Arial"/>
              </a:defRPr>
            </a:lvl4pPr>
            <a:lvl5pPr>
              <a:defRPr sz="2700" b="1">
                <a:solidFill>
                  <a:srgbClr val="205C45"/>
                </a:solidFill>
                <a:latin typeface="Arial"/>
                <a:ea typeface="Arial"/>
                <a:cs typeface="Arial"/>
              </a:defRPr>
            </a:lvl5pPr>
            <a:lvl6pPr>
              <a:defRPr sz="2700" b="1">
                <a:solidFill>
                  <a:srgbClr val="205C45"/>
                </a:solidFill>
                <a:latin typeface="Arial"/>
                <a:ea typeface="Arial"/>
                <a:cs typeface="Arial"/>
              </a:defRPr>
            </a:lvl6pPr>
            <a:lvl7pPr>
              <a:defRPr sz="2700" b="1">
                <a:solidFill>
                  <a:srgbClr val="205C45"/>
                </a:solidFill>
                <a:latin typeface="Arial"/>
                <a:ea typeface="Arial"/>
                <a:cs typeface="Arial"/>
              </a:defRPr>
            </a:lvl7pPr>
            <a:lvl8pPr>
              <a:defRPr sz="2700" b="1">
                <a:solidFill>
                  <a:srgbClr val="205C45"/>
                </a:solidFill>
                <a:latin typeface="Arial"/>
                <a:ea typeface="Arial"/>
                <a:cs typeface="Arial"/>
              </a:defRPr>
            </a:lvl8pPr>
            <a:lvl9pPr>
              <a:defRPr sz="2700" b="1">
                <a:solidFill>
                  <a:srgbClr val="205C45"/>
                </a:solidFill>
                <a:latin typeface="Arial"/>
                <a:ea typeface="Arial"/>
                <a:cs typeface="Arial"/>
              </a:defRPr>
            </a:lvl9pPr>
          </a:lstStyle>
          <a:p xmlns:a="http://schemas.openxmlformats.org/drawingml/2006/main">
            <a:pPr>
              <a:defRPr sz="2700" b="1">
                <a:solidFill>
                  <a:srgbClr val="205C45"/>
                </a:solidFill>
                <a:latin typeface="Arial"/>
                <a:ea typeface="Arial"/>
                <a:cs typeface="Arial"/>
              </a:defRPr>
            </a:pPr>
            <a:r>
              <a:rPr sz="2700" b="1">
                <a:solidFill>
                  <a:srgbClr val="205C45"/>
                </a:solidFill>
                <a:latin typeface="Arial"/>
                <a:ea typeface="Arial"/>
                <a:cs typeface="Arial"/>
              </a:rPr>
              <a:t>03</a:t>
            </a:r>
          </a:p>
        </p:txBody>
      </p:sp>
      <p:sp>
        <p:nvSpPr>
          <p:cNvPr id="12" name="text-11">
            <a:extLst xmlns:a="http://schemas.openxmlformats.org/drawingml/2006/main">
              <a:ext uri="{FF2B5EF4-FFF2-40B4-BE49-F238E27FC236}">
                <a16:creationId xmlns:a16="http://schemas.microsoft.com/office/drawing/2014/main" id="{A01AFAAC-6D85-459D-BE00-E4EBD8709EDC}"/>
              </a:ext>
            </a:extLst>
          </p:cNvPr>
          <p:cNvSpPr>
            <a:spLocks xmlns:a="http://schemas.openxmlformats.org/drawingml/2006/main" noGrp="1"/>
          </p:cNvSpPr>
          <p:nvPr/>
        </p:nvSpPr>
        <p:spPr>
          <a:xfrm xmlns:a="http://schemas.openxmlformats.org/drawingml/2006/main">
            <a:off x="1571625" y="4152900"/>
            <a:ext cx="219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183E32"/>
                </a:solidFill>
                <a:latin typeface="Arial"/>
                <a:ea typeface="Arial"/>
                <a:cs typeface="Arial"/>
              </a:defRPr>
            </a:defPPr>
            <a:lvl1pPr>
              <a:defRPr sz="2250" b="1">
                <a:solidFill>
                  <a:srgbClr val="183E32"/>
                </a:solidFill>
                <a:latin typeface="Arial"/>
                <a:ea typeface="Arial"/>
                <a:cs typeface="Arial"/>
              </a:defRPr>
            </a:lvl1pPr>
            <a:lvl2pPr>
              <a:defRPr sz="2250" b="1">
                <a:solidFill>
                  <a:srgbClr val="183E32"/>
                </a:solidFill>
                <a:latin typeface="Arial"/>
                <a:ea typeface="Arial"/>
                <a:cs typeface="Arial"/>
              </a:defRPr>
            </a:lvl2pPr>
            <a:lvl3pPr>
              <a:defRPr sz="2250" b="1">
                <a:solidFill>
                  <a:srgbClr val="183E32"/>
                </a:solidFill>
                <a:latin typeface="Arial"/>
                <a:ea typeface="Arial"/>
                <a:cs typeface="Arial"/>
              </a:defRPr>
            </a:lvl3pPr>
            <a:lvl4pPr>
              <a:defRPr sz="2250" b="1">
                <a:solidFill>
                  <a:srgbClr val="183E32"/>
                </a:solidFill>
                <a:latin typeface="Arial"/>
                <a:ea typeface="Arial"/>
                <a:cs typeface="Arial"/>
              </a:defRPr>
            </a:lvl4pPr>
            <a:lvl5pPr>
              <a:defRPr sz="2250" b="1">
                <a:solidFill>
                  <a:srgbClr val="183E32"/>
                </a:solidFill>
                <a:latin typeface="Arial"/>
                <a:ea typeface="Arial"/>
                <a:cs typeface="Arial"/>
              </a:defRPr>
            </a:lvl5pPr>
            <a:lvl6pPr>
              <a:defRPr sz="2250" b="1">
                <a:solidFill>
                  <a:srgbClr val="183E32"/>
                </a:solidFill>
                <a:latin typeface="Arial"/>
                <a:ea typeface="Arial"/>
                <a:cs typeface="Arial"/>
              </a:defRPr>
            </a:lvl6pPr>
            <a:lvl7pPr>
              <a:defRPr sz="2250" b="1">
                <a:solidFill>
                  <a:srgbClr val="183E32"/>
                </a:solidFill>
                <a:latin typeface="Arial"/>
                <a:ea typeface="Arial"/>
                <a:cs typeface="Arial"/>
              </a:defRPr>
            </a:lvl7pPr>
            <a:lvl8pPr>
              <a:defRPr sz="2250" b="1">
                <a:solidFill>
                  <a:srgbClr val="183E32"/>
                </a:solidFill>
                <a:latin typeface="Arial"/>
                <a:ea typeface="Arial"/>
                <a:cs typeface="Arial"/>
              </a:defRPr>
            </a:lvl8pPr>
            <a:lvl9pPr>
              <a:defRPr sz="2250" b="1">
                <a:solidFill>
                  <a:srgbClr val="183E32"/>
                </a:solidFill>
                <a:latin typeface="Arial"/>
                <a:ea typeface="Arial"/>
                <a:cs typeface="Arial"/>
              </a:defRPr>
            </a:lvl9pPr>
          </a:lstStyle>
          <a:p xmlns:a="http://schemas.openxmlformats.org/drawingml/2006/main">
            <a:pPr>
              <a:defRPr sz="2250" b="1">
                <a:solidFill>
                  <a:srgbClr val="183E32"/>
                </a:solidFill>
                <a:latin typeface="Arial"/>
                <a:ea typeface="Arial"/>
                <a:cs typeface="Arial"/>
              </a:defRPr>
            </a:pPr>
            <a:r>
              <a:rPr sz="2250" b="1">
                <a:solidFill>
                  <a:srgbClr val="183E32"/>
                </a:solidFill>
                <a:latin typeface="Arial"/>
                <a:ea typeface="Arial"/>
                <a:cs typeface="Arial"/>
              </a:rPr>
              <a:t>Activate</a:t>
            </a:r>
          </a:p>
        </p:txBody>
      </p:sp>
      <p:sp>
        <p:nvSpPr>
          <p:cNvPr id="13" name="text-12">
            <a:extLst xmlns:a="http://schemas.openxmlformats.org/drawingml/2006/main">
              <a:ext uri="{FF2B5EF4-FFF2-40B4-BE49-F238E27FC236}">
                <a16:creationId xmlns:a16="http://schemas.microsoft.com/office/drawing/2014/main" id="{491E827A-25E7-4E0C-BCFF-66EB8D352596}"/>
              </a:ext>
            </a:extLst>
          </p:cNvPr>
          <p:cNvSpPr>
            <a:spLocks xmlns:a="http://schemas.openxmlformats.org/drawingml/2006/main" noGrp="1"/>
          </p:cNvSpPr>
          <p:nvPr/>
        </p:nvSpPr>
        <p:spPr>
          <a:xfrm xmlns:a="http://schemas.openxmlformats.org/drawingml/2006/main">
            <a:off x="4000500" y="4181475"/>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Select the pump, then run a 30-second watering action.</a:t>
            </a:r>
          </a:p>
        </p:txBody>
      </p:sp>
      <p:sp>
        <p:nvSpPr>
          <p:cNvPr id="14" name="text-13">
            <a:extLst xmlns:a="http://schemas.openxmlformats.org/drawingml/2006/main">
              <a:ext uri="{FF2B5EF4-FFF2-40B4-BE49-F238E27FC236}">
                <a16:creationId xmlns:a16="http://schemas.microsoft.com/office/drawing/2014/main" id="{3AF51D8C-4D57-4AF7-AB7E-F358EFC5B5D7}"/>
              </a:ext>
            </a:extLst>
          </p:cNvPr>
          <p:cNvSpPr>
            <a:spLocks xmlns:a="http://schemas.openxmlformats.org/drawingml/2006/main" noGrp="1"/>
          </p:cNvSpPr>
          <p:nvPr/>
        </p:nvSpPr>
        <p:spPr>
          <a:xfrm xmlns:a="http://schemas.openxmlformats.org/drawingml/2006/main">
            <a:off x="609600" y="5095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1">
                <a:solidFill>
                  <a:srgbClr val="205C45"/>
                </a:solidFill>
                <a:latin typeface="Arial"/>
                <a:ea typeface="Arial"/>
                <a:cs typeface="Arial"/>
              </a:defRPr>
            </a:defPPr>
            <a:lvl1pPr>
              <a:defRPr sz="2700" b="1">
                <a:solidFill>
                  <a:srgbClr val="205C45"/>
                </a:solidFill>
                <a:latin typeface="Arial"/>
                <a:ea typeface="Arial"/>
                <a:cs typeface="Arial"/>
              </a:defRPr>
            </a:lvl1pPr>
            <a:lvl2pPr>
              <a:defRPr sz="2700" b="1">
                <a:solidFill>
                  <a:srgbClr val="205C45"/>
                </a:solidFill>
                <a:latin typeface="Arial"/>
                <a:ea typeface="Arial"/>
                <a:cs typeface="Arial"/>
              </a:defRPr>
            </a:lvl2pPr>
            <a:lvl3pPr>
              <a:defRPr sz="2700" b="1">
                <a:solidFill>
                  <a:srgbClr val="205C45"/>
                </a:solidFill>
                <a:latin typeface="Arial"/>
                <a:ea typeface="Arial"/>
                <a:cs typeface="Arial"/>
              </a:defRPr>
            </a:lvl3pPr>
            <a:lvl4pPr>
              <a:defRPr sz="2700" b="1">
                <a:solidFill>
                  <a:srgbClr val="205C45"/>
                </a:solidFill>
                <a:latin typeface="Arial"/>
                <a:ea typeface="Arial"/>
                <a:cs typeface="Arial"/>
              </a:defRPr>
            </a:lvl4pPr>
            <a:lvl5pPr>
              <a:defRPr sz="2700" b="1">
                <a:solidFill>
                  <a:srgbClr val="205C45"/>
                </a:solidFill>
                <a:latin typeface="Arial"/>
                <a:ea typeface="Arial"/>
                <a:cs typeface="Arial"/>
              </a:defRPr>
            </a:lvl5pPr>
            <a:lvl6pPr>
              <a:defRPr sz="2700" b="1">
                <a:solidFill>
                  <a:srgbClr val="205C45"/>
                </a:solidFill>
                <a:latin typeface="Arial"/>
                <a:ea typeface="Arial"/>
                <a:cs typeface="Arial"/>
              </a:defRPr>
            </a:lvl6pPr>
            <a:lvl7pPr>
              <a:defRPr sz="2700" b="1">
                <a:solidFill>
                  <a:srgbClr val="205C45"/>
                </a:solidFill>
                <a:latin typeface="Arial"/>
                <a:ea typeface="Arial"/>
                <a:cs typeface="Arial"/>
              </a:defRPr>
            </a:lvl7pPr>
            <a:lvl8pPr>
              <a:defRPr sz="2700" b="1">
                <a:solidFill>
                  <a:srgbClr val="205C45"/>
                </a:solidFill>
                <a:latin typeface="Arial"/>
                <a:ea typeface="Arial"/>
                <a:cs typeface="Arial"/>
              </a:defRPr>
            </a:lvl8pPr>
            <a:lvl9pPr>
              <a:defRPr sz="2700" b="1">
                <a:solidFill>
                  <a:srgbClr val="205C45"/>
                </a:solidFill>
                <a:latin typeface="Arial"/>
                <a:ea typeface="Arial"/>
                <a:cs typeface="Arial"/>
              </a:defRPr>
            </a:lvl9pPr>
          </a:lstStyle>
          <a:p xmlns:a="http://schemas.openxmlformats.org/drawingml/2006/main">
            <a:pPr>
              <a:defRPr sz="2700" b="1">
                <a:solidFill>
                  <a:srgbClr val="205C45"/>
                </a:solidFill>
                <a:latin typeface="Arial"/>
                <a:ea typeface="Arial"/>
                <a:cs typeface="Arial"/>
              </a:defRPr>
            </a:pPr>
            <a:r>
              <a:rPr sz="2700" b="1">
                <a:solidFill>
                  <a:srgbClr val="205C45"/>
                </a:solidFill>
                <a:latin typeface="Arial"/>
                <a:ea typeface="Arial"/>
                <a:cs typeface="Arial"/>
              </a:rPr>
              <a:t>04</a:t>
            </a:r>
          </a:p>
        </p:txBody>
      </p:sp>
      <p:sp>
        <p:nvSpPr>
          <p:cNvPr id="15" name="text-14">
            <a:extLst xmlns:a="http://schemas.openxmlformats.org/drawingml/2006/main">
              <a:ext uri="{FF2B5EF4-FFF2-40B4-BE49-F238E27FC236}">
                <a16:creationId xmlns:a16="http://schemas.microsoft.com/office/drawing/2014/main" id="{6D34C5CC-5738-4E27-87C8-8094FBBDA277}"/>
              </a:ext>
            </a:extLst>
          </p:cNvPr>
          <p:cNvSpPr>
            <a:spLocks xmlns:a="http://schemas.openxmlformats.org/drawingml/2006/main" noGrp="1"/>
          </p:cNvSpPr>
          <p:nvPr/>
        </p:nvSpPr>
        <p:spPr>
          <a:xfrm xmlns:a="http://schemas.openxmlformats.org/drawingml/2006/main">
            <a:off x="1571625" y="5095875"/>
            <a:ext cx="2190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183E32"/>
                </a:solidFill>
                <a:latin typeface="Arial"/>
                <a:ea typeface="Arial"/>
                <a:cs typeface="Arial"/>
              </a:defRPr>
            </a:defPPr>
            <a:lvl1pPr>
              <a:defRPr sz="2250" b="1">
                <a:solidFill>
                  <a:srgbClr val="183E32"/>
                </a:solidFill>
                <a:latin typeface="Arial"/>
                <a:ea typeface="Arial"/>
                <a:cs typeface="Arial"/>
              </a:defRPr>
            </a:lvl1pPr>
            <a:lvl2pPr>
              <a:defRPr sz="2250" b="1">
                <a:solidFill>
                  <a:srgbClr val="183E32"/>
                </a:solidFill>
                <a:latin typeface="Arial"/>
                <a:ea typeface="Arial"/>
                <a:cs typeface="Arial"/>
              </a:defRPr>
            </a:lvl2pPr>
            <a:lvl3pPr>
              <a:defRPr sz="2250" b="1">
                <a:solidFill>
                  <a:srgbClr val="183E32"/>
                </a:solidFill>
                <a:latin typeface="Arial"/>
                <a:ea typeface="Arial"/>
                <a:cs typeface="Arial"/>
              </a:defRPr>
            </a:lvl3pPr>
            <a:lvl4pPr>
              <a:defRPr sz="2250" b="1">
                <a:solidFill>
                  <a:srgbClr val="183E32"/>
                </a:solidFill>
                <a:latin typeface="Arial"/>
                <a:ea typeface="Arial"/>
                <a:cs typeface="Arial"/>
              </a:defRPr>
            </a:lvl4pPr>
            <a:lvl5pPr>
              <a:defRPr sz="2250" b="1">
                <a:solidFill>
                  <a:srgbClr val="183E32"/>
                </a:solidFill>
                <a:latin typeface="Arial"/>
                <a:ea typeface="Arial"/>
                <a:cs typeface="Arial"/>
              </a:defRPr>
            </a:lvl5pPr>
            <a:lvl6pPr>
              <a:defRPr sz="2250" b="1">
                <a:solidFill>
                  <a:srgbClr val="183E32"/>
                </a:solidFill>
                <a:latin typeface="Arial"/>
                <a:ea typeface="Arial"/>
                <a:cs typeface="Arial"/>
              </a:defRPr>
            </a:lvl6pPr>
            <a:lvl7pPr>
              <a:defRPr sz="2250" b="1">
                <a:solidFill>
                  <a:srgbClr val="183E32"/>
                </a:solidFill>
                <a:latin typeface="Arial"/>
                <a:ea typeface="Arial"/>
                <a:cs typeface="Arial"/>
              </a:defRPr>
            </a:lvl7pPr>
            <a:lvl8pPr>
              <a:defRPr sz="2250" b="1">
                <a:solidFill>
                  <a:srgbClr val="183E32"/>
                </a:solidFill>
                <a:latin typeface="Arial"/>
                <a:ea typeface="Arial"/>
                <a:cs typeface="Arial"/>
              </a:defRPr>
            </a:lvl8pPr>
            <a:lvl9pPr>
              <a:defRPr sz="2250" b="1">
                <a:solidFill>
                  <a:srgbClr val="183E32"/>
                </a:solidFill>
                <a:latin typeface="Arial"/>
                <a:ea typeface="Arial"/>
                <a:cs typeface="Arial"/>
              </a:defRPr>
            </a:lvl9pPr>
          </a:lstStyle>
          <a:p xmlns:a="http://schemas.openxmlformats.org/drawingml/2006/main">
            <a:pPr>
              <a:defRPr sz="2250" b="1">
                <a:solidFill>
                  <a:srgbClr val="183E32"/>
                </a:solidFill>
                <a:latin typeface="Arial"/>
                <a:ea typeface="Arial"/>
                <a:cs typeface="Arial"/>
              </a:defRPr>
            </a:pPr>
            <a:r>
              <a:rPr sz="2250" b="1">
                <a:solidFill>
                  <a:srgbClr val="183E32"/>
                </a:solidFill>
                <a:latin typeface="Arial"/>
                <a:ea typeface="Arial"/>
                <a:cs typeface="Arial"/>
              </a:rPr>
              <a:t>Return</a:t>
            </a:r>
          </a:p>
        </p:txBody>
      </p:sp>
      <p:sp>
        <p:nvSpPr>
          <p:cNvPr id="16" name="text-15">
            <a:extLst xmlns:a="http://schemas.openxmlformats.org/drawingml/2006/main">
              <a:ext uri="{FF2B5EF4-FFF2-40B4-BE49-F238E27FC236}">
                <a16:creationId xmlns:a16="http://schemas.microsoft.com/office/drawing/2014/main" id="{7523DEE4-DAD2-4DC9-8AB7-E3A2E3E68EFD}"/>
              </a:ext>
            </a:extLst>
          </p:cNvPr>
          <p:cNvSpPr>
            <a:spLocks xmlns:a="http://schemas.openxmlformats.org/drawingml/2006/main" noGrp="1"/>
          </p:cNvSpPr>
          <p:nvPr/>
        </p:nvSpPr>
        <p:spPr>
          <a:xfrm xmlns:a="http://schemas.openxmlformats.org/drawingml/2006/main">
            <a:off x="4000500" y="512445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536C60"/>
                </a:solidFill>
                <a:latin typeface="Arial"/>
                <a:ea typeface="Arial"/>
                <a:cs typeface="Arial"/>
              </a:defRPr>
            </a:defPPr>
            <a:lvl1pPr>
              <a:defRPr sz="1875" b="0">
                <a:solidFill>
                  <a:srgbClr val="536C60"/>
                </a:solidFill>
                <a:latin typeface="Arial"/>
                <a:ea typeface="Arial"/>
                <a:cs typeface="Arial"/>
              </a:defRPr>
            </a:lvl1pPr>
            <a:lvl2pPr>
              <a:defRPr sz="1875" b="0">
                <a:solidFill>
                  <a:srgbClr val="536C60"/>
                </a:solidFill>
                <a:latin typeface="Arial"/>
                <a:ea typeface="Arial"/>
                <a:cs typeface="Arial"/>
              </a:defRPr>
            </a:lvl2pPr>
            <a:lvl3pPr>
              <a:defRPr sz="1875" b="0">
                <a:solidFill>
                  <a:srgbClr val="536C60"/>
                </a:solidFill>
                <a:latin typeface="Arial"/>
                <a:ea typeface="Arial"/>
                <a:cs typeface="Arial"/>
              </a:defRPr>
            </a:lvl3pPr>
            <a:lvl4pPr>
              <a:defRPr sz="1875" b="0">
                <a:solidFill>
                  <a:srgbClr val="536C60"/>
                </a:solidFill>
                <a:latin typeface="Arial"/>
                <a:ea typeface="Arial"/>
                <a:cs typeface="Arial"/>
              </a:defRPr>
            </a:lvl4pPr>
            <a:lvl5pPr>
              <a:defRPr sz="1875" b="0">
                <a:solidFill>
                  <a:srgbClr val="536C60"/>
                </a:solidFill>
                <a:latin typeface="Arial"/>
                <a:ea typeface="Arial"/>
                <a:cs typeface="Arial"/>
              </a:defRPr>
            </a:lvl5pPr>
            <a:lvl6pPr>
              <a:defRPr sz="1875" b="0">
                <a:solidFill>
                  <a:srgbClr val="536C60"/>
                </a:solidFill>
                <a:latin typeface="Arial"/>
                <a:ea typeface="Arial"/>
                <a:cs typeface="Arial"/>
              </a:defRPr>
            </a:lvl6pPr>
            <a:lvl7pPr>
              <a:defRPr sz="1875" b="0">
                <a:solidFill>
                  <a:srgbClr val="536C60"/>
                </a:solidFill>
                <a:latin typeface="Arial"/>
                <a:ea typeface="Arial"/>
                <a:cs typeface="Arial"/>
              </a:defRPr>
            </a:lvl7pPr>
            <a:lvl8pPr>
              <a:defRPr sz="1875" b="0">
                <a:solidFill>
                  <a:srgbClr val="536C60"/>
                </a:solidFill>
                <a:latin typeface="Arial"/>
                <a:ea typeface="Arial"/>
                <a:cs typeface="Arial"/>
              </a:defRPr>
            </a:lvl8pPr>
            <a:lvl9pPr>
              <a:defRPr sz="1875" b="0">
                <a:solidFill>
                  <a:srgbClr val="536C60"/>
                </a:solidFill>
                <a:latin typeface="Arial"/>
                <a:ea typeface="Arial"/>
                <a:cs typeface="Arial"/>
              </a:defRPr>
            </a:lvl9pPr>
          </a:lstStyle>
          <a:p xmlns:a="http://schemas.openxmlformats.org/drawingml/2006/main">
            <a:pPr>
              <a:defRPr sz="1875" b="0">
                <a:solidFill>
                  <a:srgbClr val="536C60"/>
                </a:solidFill>
                <a:latin typeface="Arial"/>
                <a:ea typeface="Arial"/>
                <a:cs typeface="Arial"/>
              </a:defRPr>
            </a:pPr>
            <a:r>
              <a:rPr sz="1875" b="0">
                <a:solidFill>
                  <a:srgbClr val="536C60"/>
                </a:solidFill>
                <a:latin typeface="Arial"/>
                <a:ea typeface="Arial"/>
                <a:cs typeface="Arial"/>
              </a:rPr>
              <a:t>Watch the board timer finish and Auto resume.</a:t>
            </a:r>
          </a:p>
        </p:txBody>
      </p:sp>
    </p:spTree>
    <p:extLst>
      <p:ext uri="{BB962C8B-B14F-4D97-AF65-F5344CB8AC3E}">
        <p14:creationId xmlns:p14="http://schemas.microsoft.com/office/powerpoint/2010/main" val="15336705"/>
      </p:ext>
    </p:extLst>
  </p:cSld>
</p:sld>
</file>

<file path=ppt/slides/slide12.xml><?xml version="1.0" encoding="utf-8"?>
<p:sld xmlns:p="http://schemas.openxmlformats.org/presentationml/2006/main">
  <p:cSld>
    <p:bg>
      <p:bgPr>
        <a:solidFill xmlns:a="http://schemas.openxmlformats.org/drawingml/2006/main">
          <a:srgbClr val="143B30"/>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B3BE6AC-11D0-4456-85D3-BB34021A228E}"/>
              </a:ext>
            </a:extLst>
          </p:cNvPr>
          <p:cNvSpPr>
            <a:spLocks xmlns:a="http://schemas.openxmlformats.org/drawingml/2006/main" noGrp="1"/>
          </p:cNvSpPr>
          <p:nvPr/>
        </p:nvSpPr>
        <p:spPr>
          <a:xfrm xmlns:a="http://schemas.openxmlformats.org/drawingml/2006/main">
            <a:off x="609600" y="333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CDE5AA"/>
                </a:solidFill>
                <a:latin typeface="Arial"/>
                <a:ea typeface="Arial"/>
                <a:cs typeface="Arial"/>
              </a:defRPr>
            </a:defPPr>
            <a:lvl1pPr>
              <a:defRPr sz="1275" b="1">
                <a:solidFill>
                  <a:srgbClr val="CDE5AA"/>
                </a:solidFill>
                <a:latin typeface="Arial"/>
                <a:ea typeface="Arial"/>
                <a:cs typeface="Arial"/>
              </a:defRPr>
            </a:lvl1pPr>
            <a:lvl2pPr>
              <a:defRPr sz="1275" b="1">
                <a:solidFill>
                  <a:srgbClr val="CDE5AA"/>
                </a:solidFill>
                <a:latin typeface="Arial"/>
                <a:ea typeface="Arial"/>
                <a:cs typeface="Arial"/>
              </a:defRPr>
            </a:lvl2pPr>
            <a:lvl3pPr>
              <a:defRPr sz="1275" b="1">
                <a:solidFill>
                  <a:srgbClr val="CDE5AA"/>
                </a:solidFill>
                <a:latin typeface="Arial"/>
                <a:ea typeface="Arial"/>
                <a:cs typeface="Arial"/>
              </a:defRPr>
            </a:lvl3pPr>
            <a:lvl4pPr>
              <a:defRPr sz="1275" b="1">
                <a:solidFill>
                  <a:srgbClr val="CDE5AA"/>
                </a:solidFill>
                <a:latin typeface="Arial"/>
                <a:ea typeface="Arial"/>
                <a:cs typeface="Arial"/>
              </a:defRPr>
            </a:lvl4pPr>
            <a:lvl5pPr>
              <a:defRPr sz="1275" b="1">
                <a:solidFill>
                  <a:srgbClr val="CDE5AA"/>
                </a:solidFill>
                <a:latin typeface="Arial"/>
                <a:ea typeface="Arial"/>
                <a:cs typeface="Arial"/>
              </a:defRPr>
            </a:lvl5pPr>
            <a:lvl6pPr>
              <a:defRPr sz="1275" b="1">
                <a:solidFill>
                  <a:srgbClr val="CDE5AA"/>
                </a:solidFill>
                <a:latin typeface="Arial"/>
                <a:ea typeface="Arial"/>
                <a:cs typeface="Arial"/>
              </a:defRPr>
            </a:lvl6pPr>
            <a:lvl7pPr>
              <a:defRPr sz="1275" b="1">
                <a:solidFill>
                  <a:srgbClr val="CDE5AA"/>
                </a:solidFill>
                <a:latin typeface="Arial"/>
                <a:ea typeface="Arial"/>
                <a:cs typeface="Arial"/>
              </a:defRPr>
            </a:lvl7pPr>
            <a:lvl8pPr>
              <a:defRPr sz="1275" b="1">
                <a:solidFill>
                  <a:srgbClr val="CDE5AA"/>
                </a:solidFill>
                <a:latin typeface="Arial"/>
                <a:ea typeface="Arial"/>
                <a:cs typeface="Arial"/>
              </a:defRPr>
            </a:lvl8pPr>
            <a:lvl9pPr>
              <a:defRPr sz="1275" b="1">
                <a:solidFill>
                  <a:srgbClr val="CDE5AA"/>
                </a:solidFill>
                <a:latin typeface="Arial"/>
                <a:ea typeface="Arial"/>
                <a:cs typeface="Arial"/>
              </a:defRPr>
            </a:lvl9pPr>
          </a:lstStyle>
          <a:p xmlns:a="http://schemas.openxmlformats.org/drawingml/2006/main">
            <a:pPr>
              <a:defRPr sz="1275" b="1">
                <a:solidFill>
                  <a:srgbClr val="CDE5AA"/>
                </a:solidFill>
                <a:latin typeface="Arial"/>
                <a:ea typeface="Arial"/>
                <a:cs typeface="Arial"/>
              </a:defRPr>
            </a:pPr>
            <a:r>
              <a:rPr sz="1275" b="1">
                <a:solidFill>
                  <a:srgbClr val="CDE5AA"/>
                </a:solidFill>
                <a:latin typeface="Arial"/>
                <a:ea typeface="Arial"/>
                <a:cs typeface="Arial"/>
              </a:rPr>
              <a:t>THE NEXT STEP</a:t>
            </a:r>
          </a:p>
        </p:txBody>
      </p:sp>
      <p:sp>
        <p:nvSpPr>
          <p:cNvPr id="2" name="text-1">
            <a:extLst xmlns:a="http://schemas.openxmlformats.org/drawingml/2006/main">
              <a:ext uri="{FF2B5EF4-FFF2-40B4-BE49-F238E27FC236}">
                <a16:creationId xmlns:a16="http://schemas.microsoft.com/office/drawing/2014/main" id="{9218F082-B515-4E4A-8E9E-4890A39AE3B3}"/>
              </a:ext>
            </a:extLst>
          </p:cNvPr>
          <p:cNvSpPr>
            <a:spLocks xmlns:a="http://schemas.openxmlformats.org/drawingml/2006/main" noGrp="1"/>
          </p:cNvSpPr>
          <p:nvPr/>
        </p:nvSpPr>
        <p:spPr>
          <a:xfrm xmlns:a="http://schemas.openxmlformats.org/drawingml/2006/main">
            <a:off x="609600" y="8763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Verdant makes watering visible</a:t>
            </a:r>
          </a:p>
        </p:txBody>
      </p:sp>
      <p:sp>
        <p:nvSpPr>
          <p:cNvPr id="3" name="text-2">
            <a:extLst xmlns:a="http://schemas.openxmlformats.org/drawingml/2006/main">
              <a:ext uri="{FF2B5EF4-FFF2-40B4-BE49-F238E27FC236}">
                <a16:creationId xmlns:a16="http://schemas.microsoft.com/office/drawing/2014/main" id="{0DAA33E3-1D07-486A-8FA7-F142D3D922A5}"/>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975" b="0">
                <a:solidFill>
                  <a:srgbClr val="BDD2C4"/>
                </a:solidFill>
                <a:latin typeface="Arial"/>
                <a:ea typeface="Arial"/>
                <a:cs typeface="Arial"/>
              </a:defRPr>
            </a:defPPr>
            <a:lvl1pPr>
              <a:defRPr sz="975" b="0">
                <a:solidFill>
                  <a:srgbClr val="BDD2C4"/>
                </a:solidFill>
                <a:latin typeface="Arial"/>
                <a:ea typeface="Arial"/>
                <a:cs typeface="Arial"/>
              </a:defRPr>
            </a:lvl1pPr>
            <a:lvl2pPr>
              <a:defRPr sz="975" b="0">
                <a:solidFill>
                  <a:srgbClr val="BDD2C4"/>
                </a:solidFill>
                <a:latin typeface="Arial"/>
                <a:ea typeface="Arial"/>
                <a:cs typeface="Arial"/>
              </a:defRPr>
            </a:lvl2pPr>
            <a:lvl3pPr>
              <a:defRPr sz="975" b="0">
                <a:solidFill>
                  <a:srgbClr val="BDD2C4"/>
                </a:solidFill>
                <a:latin typeface="Arial"/>
                <a:ea typeface="Arial"/>
                <a:cs typeface="Arial"/>
              </a:defRPr>
            </a:lvl3pPr>
            <a:lvl4pPr>
              <a:defRPr sz="975" b="0">
                <a:solidFill>
                  <a:srgbClr val="BDD2C4"/>
                </a:solidFill>
                <a:latin typeface="Arial"/>
                <a:ea typeface="Arial"/>
                <a:cs typeface="Arial"/>
              </a:defRPr>
            </a:lvl4pPr>
            <a:lvl5pPr>
              <a:defRPr sz="975" b="0">
                <a:solidFill>
                  <a:srgbClr val="BDD2C4"/>
                </a:solidFill>
                <a:latin typeface="Arial"/>
                <a:ea typeface="Arial"/>
                <a:cs typeface="Arial"/>
              </a:defRPr>
            </a:lvl5pPr>
            <a:lvl6pPr>
              <a:defRPr sz="975" b="0">
                <a:solidFill>
                  <a:srgbClr val="BDD2C4"/>
                </a:solidFill>
                <a:latin typeface="Arial"/>
                <a:ea typeface="Arial"/>
                <a:cs typeface="Arial"/>
              </a:defRPr>
            </a:lvl6pPr>
            <a:lvl7pPr>
              <a:defRPr sz="975" b="0">
                <a:solidFill>
                  <a:srgbClr val="BDD2C4"/>
                </a:solidFill>
                <a:latin typeface="Arial"/>
                <a:ea typeface="Arial"/>
                <a:cs typeface="Arial"/>
              </a:defRPr>
            </a:lvl7pPr>
            <a:lvl8pPr>
              <a:defRPr sz="975" b="0">
                <a:solidFill>
                  <a:srgbClr val="BDD2C4"/>
                </a:solidFill>
                <a:latin typeface="Arial"/>
                <a:ea typeface="Arial"/>
                <a:cs typeface="Arial"/>
              </a:defRPr>
            </a:lvl8pPr>
            <a:lvl9pPr>
              <a:defRPr sz="975" b="0">
                <a:solidFill>
                  <a:srgbClr val="BDD2C4"/>
                </a:solidFill>
                <a:latin typeface="Arial"/>
                <a:ea typeface="Arial"/>
                <a:cs typeface="Arial"/>
              </a:defRPr>
            </a:lvl9pPr>
          </a:lstStyle>
          <a:p xmlns:a="http://schemas.openxmlformats.org/drawingml/2006/main">
            <a:pPr>
              <a:defRPr sz="975" b="0">
                <a:solidFill>
                  <a:srgbClr val="BDD2C4"/>
                </a:solidFill>
                <a:latin typeface="Arial"/>
                <a:ea typeface="Arial"/>
                <a:cs typeface="Arial"/>
              </a:defRPr>
            </a:pPr>
            <a:r>
              <a:rPr sz="975" b="0">
                <a:solidFill>
                  <a:srgbClr val="BDD2C4"/>
                </a:solidFill>
                <a:latin typeface="Arial"/>
                <a:ea typeface="Arial"/>
                <a:cs typeface="Arial"/>
              </a:rPr>
              <a:t>VERDANT / SMART IRRIGATION</a:t>
            </a:r>
          </a:p>
        </p:txBody>
      </p:sp>
      <p:sp>
        <p:nvSpPr>
          <p:cNvPr id="4" name="text-3">
            <a:extLst xmlns:a="http://schemas.openxmlformats.org/drawingml/2006/main">
              <a:ext uri="{FF2B5EF4-FFF2-40B4-BE49-F238E27FC236}">
                <a16:creationId xmlns:a16="http://schemas.microsoft.com/office/drawing/2014/main" id="{7596CED5-F33C-4AD4-BAE7-2F0128B762BB}"/>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b="0">
                <a:solidFill>
                  <a:srgbClr val="CDE5AA"/>
                </a:solidFill>
                <a:latin typeface="Arial"/>
                <a:ea typeface="Arial"/>
                <a:cs typeface="Arial"/>
              </a:defRPr>
            </a:defPPr>
            <a:lvl1pPr>
              <a:defRPr sz="1050" b="0">
                <a:solidFill>
                  <a:srgbClr val="CDE5AA"/>
                </a:solidFill>
                <a:latin typeface="Arial"/>
                <a:ea typeface="Arial"/>
                <a:cs typeface="Arial"/>
              </a:defRPr>
            </a:lvl1pPr>
            <a:lvl2pPr>
              <a:defRPr sz="1050" b="0">
                <a:solidFill>
                  <a:srgbClr val="CDE5AA"/>
                </a:solidFill>
                <a:latin typeface="Arial"/>
                <a:ea typeface="Arial"/>
                <a:cs typeface="Arial"/>
              </a:defRPr>
            </a:lvl2pPr>
            <a:lvl3pPr>
              <a:defRPr sz="1050" b="0">
                <a:solidFill>
                  <a:srgbClr val="CDE5AA"/>
                </a:solidFill>
                <a:latin typeface="Arial"/>
                <a:ea typeface="Arial"/>
                <a:cs typeface="Arial"/>
              </a:defRPr>
            </a:lvl3pPr>
            <a:lvl4pPr>
              <a:defRPr sz="1050" b="0">
                <a:solidFill>
                  <a:srgbClr val="CDE5AA"/>
                </a:solidFill>
                <a:latin typeface="Arial"/>
                <a:ea typeface="Arial"/>
                <a:cs typeface="Arial"/>
              </a:defRPr>
            </a:lvl4pPr>
            <a:lvl5pPr>
              <a:defRPr sz="1050" b="0">
                <a:solidFill>
                  <a:srgbClr val="CDE5AA"/>
                </a:solidFill>
                <a:latin typeface="Arial"/>
                <a:ea typeface="Arial"/>
                <a:cs typeface="Arial"/>
              </a:defRPr>
            </a:lvl5pPr>
            <a:lvl6pPr>
              <a:defRPr sz="1050" b="0">
                <a:solidFill>
                  <a:srgbClr val="CDE5AA"/>
                </a:solidFill>
                <a:latin typeface="Arial"/>
                <a:ea typeface="Arial"/>
                <a:cs typeface="Arial"/>
              </a:defRPr>
            </a:lvl6pPr>
            <a:lvl7pPr>
              <a:defRPr sz="1050" b="0">
                <a:solidFill>
                  <a:srgbClr val="CDE5AA"/>
                </a:solidFill>
                <a:latin typeface="Arial"/>
                <a:ea typeface="Arial"/>
                <a:cs typeface="Arial"/>
              </a:defRPr>
            </a:lvl7pPr>
            <a:lvl8pPr>
              <a:defRPr sz="1050" b="0">
                <a:solidFill>
                  <a:srgbClr val="CDE5AA"/>
                </a:solidFill>
                <a:latin typeface="Arial"/>
                <a:ea typeface="Arial"/>
                <a:cs typeface="Arial"/>
              </a:defRPr>
            </a:lvl8pPr>
            <a:lvl9pPr>
              <a:defRPr sz="1050" b="0">
                <a:solidFill>
                  <a:srgbClr val="CDE5AA"/>
                </a:solidFill>
                <a:latin typeface="Arial"/>
                <a:ea typeface="Arial"/>
                <a:cs typeface="Arial"/>
              </a:defRPr>
            </a:lvl9pPr>
          </a:lstStyle>
          <a:p xmlns:a="http://schemas.openxmlformats.org/drawingml/2006/main">
            <a:pPr>
              <a:defRPr sz="1050" b="0">
                <a:solidFill>
                  <a:srgbClr val="CDE5AA"/>
                </a:solidFill>
                <a:latin typeface="Arial"/>
                <a:ea typeface="Arial"/>
                <a:cs typeface="Arial"/>
              </a:defRPr>
            </a:pPr>
            <a:r>
              <a:rPr sz="1050" b="0">
                <a:solidFill>
                  <a:srgbClr val="CDE5AA"/>
                </a:solidFill>
                <a:latin typeface="Arial"/>
                <a:ea typeface="Arial"/>
                <a:cs typeface="Arial"/>
              </a:rPr>
              <a:t>12</a:t>
            </a:r>
          </a:p>
        </p:txBody>
      </p:sp>
      <p:sp>
        <p:nvSpPr>
          <p:cNvPr id="5" name="text-4">
            <a:extLst xmlns:a="http://schemas.openxmlformats.org/drawingml/2006/main">
              <a:ext uri="{FF2B5EF4-FFF2-40B4-BE49-F238E27FC236}">
                <a16:creationId xmlns:a16="http://schemas.microsoft.com/office/drawing/2014/main" id="{454745A8-13E2-4C2B-A95A-A14FAE679DA7}"/>
              </a:ext>
            </a:extLst>
          </p:cNvPr>
          <p:cNvSpPr>
            <a:spLocks xmlns:a="http://schemas.openxmlformats.org/drawingml/2006/main" noGrp="1"/>
          </p:cNvSpPr>
          <p:nvPr/>
        </p:nvSpPr>
        <p:spPr>
          <a:xfrm xmlns:a="http://schemas.openxmlformats.org/drawingml/2006/main">
            <a:off x="609600" y="2333625"/>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725" b="1">
                <a:solidFill>
                  <a:srgbClr val="FFFFFF"/>
                </a:solidFill>
                <a:latin typeface="Arial"/>
                <a:ea typeface="Arial"/>
                <a:cs typeface="Arial"/>
              </a:defRPr>
            </a:defPPr>
            <a:lvl1pPr>
              <a:defRPr sz="4725" b="1">
                <a:solidFill>
                  <a:srgbClr val="FFFFFF"/>
                </a:solidFill>
                <a:latin typeface="Arial"/>
                <a:ea typeface="Arial"/>
                <a:cs typeface="Arial"/>
              </a:defRPr>
            </a:lvl1pPr>
            <a:lvl2pPr>
              <a:defRPr sz="4725" b="1">
                <a:solidFill>
                  <a:srgbClr val="FFFFFF"/>
                </a:solidFill>
                <a:latin typeface="Arial"/>
                <a:ea typeface="Arial"/>
                <a:cs typeface="Arial"/>
              </a:defRPr>
            </a:lvl2pPr>
            <a:lvl3pPr>
              <a:defRPr sz="4725" b="1">
                <a:solidFill>
                  <a:srgbClr val="FFFFFF"/>
                </a:solidFill>
                <a:latin typeface="Arial"/>
                <a:ea typeface="Arial"/>
                <a:cs typeface="Arial"/>
              </a:defRPr>
            </a:lvl3pPr>
            <a:lvl4pPr>
              <a:defRPr sz="4725" b="1">
                <a:solidFill>
                  <a:srgbClr val="FFFFFF"/>
                </a:solidFill>
                <a:latin typeface="Arial"/>
                <a:ea typeface="Arial"/>
                <a:cs typeface="Arial"/>
              </a:defRPr>
            </a:lvl4pPr>
            <a:lvl5pPr>
              <a:defRPr sz="4725" b="1">
                <a:solidFill>
                  <a:srgbClr val="FFFFFF"/>
                </a:solidFill>
                <a:latin typeface="Arial"/>
                <a:ea typeface="Arial"/>
                <a:cs typeface="Arial"/>
              </a:defRPr>
            </a:lvl5pPr>
            <a:lvl6pPr>
              <a:defRPr sz="4725" b="1">
                <a:solidFill>
                  <a:srgbClr val="FFFFFF"/>
                </a:solidFill>
                <a:latin typeface="Arial"/>
                <a:ea typeface="Arial"/>
                <a:cs typeface="Arial"/>
              </a:defRPr>
            </a:lvl6pPr>
            <a:lvl7pPr>
              <a:defRPr sz="4725" b="1">
                <a:solidFill>
                  <a:srgbClr val="FFFFFF"/>
                </a:solidFill>
                <a:latin typeface="Arial"/>
                <a:ea typeface="Arial"/>
                <a:cs typeface="Arial"/>
              </a:defRPr>
            </a:lvl7pPr>
            <a:lvl8pPr>
              <a:defRPr sz="4725" b="1">
                <a:solidFill>
                  <a:srgbClr val="FFFFFF"/>
                </a:solidFill>
                <a:latin typeface="Arial"/>
                <a:ea typeface="Arial"/>
                <a:cs typeface="Arial"/>
              </a:defRPr>
            </a:lvl8pPr>
            <a:lvl9pPr>
              <a:defRPr sz="4725" b="1">
                <a:solidFill>
                  <a:srgbClr val="FFFFFF"/>
                </a:solidFill>
                <a:latin typeface="Arial"/>
                <a:ea typeface="Arial"/>
                <a:cs typeface="Arial"/>
              </a:defRPr>
            </a:lvl9pPr>
          </a:lstStyle>
          <a:p xmlns:a="http://schemas.openxmlformats.org/drawingml/2006/main">
            <a:pPr>
              <a:defRPr sz="4725" b="1">
                <a:solidFill>
                  <a:srgbClr val="FFFFFF"/>
                </a:solidFill>
                <a:latin typeface="Arial"/>
                <a:ea typeface="Arial"/>
                <a:cs typeface="Arial"/>
              </a:defRPr>
            </a:pPr>
            <a:r>
              <a:rPr sz="4725" b="1">
                <a:solidFill>
                  <a:srgbClr val="FFFFFF"/>
                </a:solidFill>
                <a:latin typeface="Arial"/>
                <a:ea typeface="Arial"/>
                <a:cs typeface="Arial"/>
              </a:rPr>
              <a:t>See the soil.</a:t>
            </a:r>
          </a:p>
          <a:p xmlns:a="http://schemas.openxmlformats.org/drawingml/2006/main">
            <a:pPr>
              <a:defRPr sz="4725" b="1">
                <a:solidFill>
                  <a:srgbClr val="FFFFFF"/>
                </a:solidFill>
                <a:latin typeface="Arial"/>
                <a:ea typeface="Arial"/>
                <a:cs typeface="Arial"/>
              </a:defRPr>
            </a:pPr>
            <a:r>
              <a:rPr sz="4725" b="1">
                <a:solidFill>
                  <a:srgbClr val="FFFFFF"/>
                </a:solidFill>
                <a:latin typeface="Arial"/>
                <a:ea typeface="Arial"/>
                <a:cs typeface="Arial"/>
              </a:rPr>
              <a:t>Control the watering.</a:t>
            </a:r>
          </a:p>
        </p:txBody>
      </p:sp>
      <p:sp>
        <p:nvSpPr>
          <p:cNvPr id="6" name="text-5">
            <a:extLst xmlns:a="http://schemas.openxmlformats.org/drawingml/2006/main">
              <a:ext uri="{FF2B5EF4-FFF2-40B4-BE49-F238E27FC236}">
                <a16:creationId xmlns:a16="http://schemas.microsoft.com/office/drawing/2014/main" id="{49E6A992-99ED-4A1E-A369-D9FA5D347CEE}"/>
              </a:ext>
            </a:extLst>
          </p:cNvPr>
          <p:cNvSpPr>
            <a:spLocks xmlns:a="http://schemas.openxmlformats.org/drawingml/2006/main" noGrp="1"/>
          </p:cNvSpPr>
          <p:nvPr/>
        </p:nvSpPr>
        <p:spPr>
          <a:xfrm xmlns:a="http://schemas.openxmlformats.org/drawingml/2006/main">
            <a:off x="609600" y="4695825"/>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75" b="1">
                <a:solidFill>
                  <a:srgbClr val="CDE5AA"/>
                </a:solidFill>
                <a:latin typeface="Arial"/>
                <a:ea typeface="Arial"/>
                <a:cs typeface="Arial"/>
              </a:defRPr>
            </a:defPPr>
            <a:lvl1pPr>
              <a:defRPr sz="2475" b="1">
                <a:solidFill>
                  <a:srgbClr val="CDE5AA"/>
                </a:solidFill>
                <a:latin typeface="Arial"/>
                <a:ea typeface="Arial"/>
                <a:cs typeface="Arial"/>
              </a:defRPr>
            </a:lvl1pPr>
            <a:lvl2pPr>
              <a:defRPr sz="2475" b="1">
                <a:solidFill>
                  <a:srgbClr val="CDE5AA"/>
                </a:solidFill>
                <a:latin typeface="Arial"/>
                <a:ea typeface="Arial"/>
                <a:cs typeface="Arial"/>
              </a:defRPr>
            </a:lvl2pPr>
            <a:lvl3pPr>
              <a:defRPr sz="2475" b="1">
                <a:solidFill>
                  <a:srgbClr val="CDE5AA"/>
                </a:solidFill>
                <a:latin typeface="Arial"/>
                <a:ea typeface="Arial"/>
                <a:cs typeface="Arial"/>
              </a:defRPr>
            </a:lvl3pPr>
            <a:lvl4pPr>
              <a:defRPr sz="2475" b="1">
                <a:solidFill>
                  <a:srgbClr val="CDE5AA"/>
                </a:solidFill>
                <a:latin typeface="Arial"/>
                <a:ea typeface="Arial"/>
                <a:cs typeface="Arial"/>
              </a:defRPr>
            </a:lvl4pPr>
            <a:lvl5pPr>
              <a:defRPr sz="2475" b="1">
                <a:solidFill>
                  <a:srgbClr val="CDE5AA"/>
                </a:solidFill>
                <a:latin typeface="Arial"/>
                <a:ea typeface="Arial"/>
                <a:cs typeface="Arial"/>
              </a:defRPr>
            </a:lvl5pPr>
            <a:lvl6pPr>
              <a:defRPr sz="2475" b="1">
                <a:solidFill>
                  <a:srgbClr val="CDE5AA"/>
                </a:solidFill>
                <a:latin typeface="Arial"/>
                <a:ea typeface="Arial"/>
                <a:cs typeface="Arial"/>
              </a:defRPr>
            </a:lvl6pPr>
            <a:lvl7pPr>
              <a:defRPr sz="2475" b="1">
                <a:solidFill>
                  <a:srgbClr val="CDE5AA"/>
                </a:solidFill>
                <a:latin typeface="Arial"/>
                <a:ea typeface="Arial"/>
                <a:cs typeface="Arial"/>
              </a:defRPr>
            </a:lvl7pPr>
            <a:lvl8pPr>
              <a:defRPr sz="2475" b="1">
                <a:solidFill>
                  <a:srgbClr val="CDE5AA"/>
                </a:solidFill>
                <a:latin typeface="Arial"/>
                <a:ea typeface="Arial"/>
                <a:cs typeface="Arial"/>
              </a:defRPr>
            </a:lvl8pPr>
            <a:lvl9pPr>
              <a:defRPr sz="2475" b="1">
                <a:solidFill>
                  <a:srgbClr val="CDE5AA"/>
                </a:solidFill>
                <a:latin typeface="Arial"/>
                <a:ea typeface="Arial"/>
                <a:cs typeface="Arial"/>
              </a:defRPr>
            </a:lvl9pPr>
          </a:lstStyle>
          <a:p xmlns:a="http://schemas.openxmlformats.org/drawingml/2006/main">
            <a:pPr>
              <a:defRPr sz="2475" b="1">
                <a:solidFill>
                  <a:srgbClr val="CDE5AA"/>
                </a:solidFill>
                <a:latin typeface="Arial"/>
                <a:ea typeface="Arial"/>
                <a:cs typeface="Arial"/>
              </a:defRPr>
            </a:pPr>
            <a:r>
              <a:rPr sz="2475" b="1">
                <a:solidFill>
                  <a:srgbClr val="CDE5AA"/>
                </a:solidFill>
                <a:latin typeface="Arial"/>
                <a:ea typeface="Arial"/>
                <a:cs typeface="Arial"/>
              </a:rPr>
              <a:t>Try the prototype. Help shape the first irrigation kit.</a:t>
            </a:r>
          </a:p>
        </p:txBody>
      </p:sp>
      <p:sp>
        <p:nvSpPr>
          <p:cNvPr id="7" name="text-6">
            <a:extLst xmlns:a="http://schemas.openxmlformats.org/drawingml/2006/main">
              <a:ext uri="{FF2B5EF4-FFF2-40B4-BE49-F238E27FC236}">
                <a16:creationId xmlns:a16="http://schemas.microsoft.com/office/drawing/2014/main" id="{B9EB54B4-3B98-4B68-9DC2-EE127FFA9205}"/>
              </a:ext>
            </a:extLst>
          </p:cNvPr>
          <p:cNvSpPr>
            <a:spLocks xmlns:a="http://schemas.openxmlformats.org/drawingml/2006/main" noGrp="1"/>
          </p:cNvSpPr>
          <p:nvPr/>
        </p:nvSpPr>
        <p:spPr>
          <a:xfrm xmlns:a="http://schemas.openxmlformats.org/drawingml/2006/main">
            <a:off x="609600" y="58007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FFFFFF"/>
                </a:solidFill>
                <a:latin typeface="Arial"/>
                <a:ea typeface="Arial"/>
                <a:cs typeface="Arial"/>
              </a:defRPr>
            </a:defPPr>
            <a:lvl1pPr>
              <a:defRPr sz="1725" b="0">
                <a:solidFill>
                  <a:srgbClr val="FFFFFF"/>
                </a:solidFill>
                <a:latin typeface="Arial"/>
                <a:ea typeface="Arial"/>
                <a:cs typeface="Arial"/>
              </a:defRPr>
            </a:lvl1pPr>
            <a:lvl2pPr>
              <a:defRPr sz="1725" b="0">
                <a:solidFill>
                  <a:srgbClr val="FFFFFF"/>
                </a:solidFill>
                <a:latin typeface="Arial"/>
                <a:ea typeface="Arial"/>
                <a:cs typeface="Arial"/>
              </a:defRPr>
            </a:lvl2pPr>
            <a:lvl3pPr>
              <a:defRPr sz="1725" b="0">
                <a:solidFill>
                  <a:srgbClr val="FFFFFF"/>
                </a:solidFill>
                <a:latin typeface="Arial"/>
                <a:ea typeface="Arial"/>
                <a:cs typeface="Arial"/>
              </a:defRPr>
            </a:lvl3pPr>
            <a:lvl4pPr>
              <a:defRPr sz="1725" b="0">
                <a:solidFill>
                  <a:srgbClr val="FFFFFF"/>
                </a:solidFill>
                <a:latin typeface="Arial"/>
                <a:ea typeface="Arial"/>
                <a:cs typeface="Arial"/>
              </a:defRPr>
            </a:lvl4pPr>
            <a:lvl5pPr>
              <a:defRPr sz="1725" b="0">
                <a:solidFill>
                  <a:srgbClr val="FFFFFF"/>
                </a:solidFill>
                <a:latin typeface="Arial"/>
                <a:ea typeface="Arial"/>
                <a:cs typeface="Arial"/>
              </a:defRPr>
            </a:lvl5pPr>
            <a:lvl6pPr>
              <a:defRPr sz="1725" b="0">
                <a:solidFill>
                  <a:srgbClr val="FFFFFF"/>
                </a:solidFill>
                <a:latin typeface="Arial"/>
                <a:ea typeface="Arial"/>
                <a:cs typeface="Arial"/>
              </a:defRPr>
            </a:lvl6pPr>
            <a:lvl7pPr>
              <a:defRPr sz="1725" b="0">
                <a:solidFill>
                  <a:srgbClr val="FFFFFF"/>
                </a:solidFill>
                <a:latin typeface="Arial"/>
                <a:ea typeface="Arial"/>
                <a:cs typeface="Arial"/>
              </a:defRPr>
            </a:lvl7pPr>
            <a:lvl8pPr>
              <a:defRPr sz="1725" b="0">
                <a:solidFill>
                  <a:srgbClr val="FFFFFF"/>
                </a:solidFill>
                <a:latin typeface="Arial"/>
                <a:ea typeface="Arial"/>
                <a:cs typeface="Arial"/>
              </a:defRPr>
            </a:lvl8pPr>
            <a:lvl9pPr>
              <a:defRPr sz="1725" b="0">
                <a:solidFill>
                  <a:srgbClr val="FFFFFF"/>
                </a:solidFill>
                <a:latin typeface="Arial"/>
                <a:ea typeface="Arial"/>
                <a:cs typeface="Arial"/>
              </a:defRPr>
            </a:lvl9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Next: physical integration checks, then a small user pilot.</a:t>
            </a:r>
          </a:p>
        </p:txBody>
      </p:sp>
    </p:spTree>
    <p:extLst>
      <p:ext uri="{BB962C8B-B14F-4D97-AF65-F5344CB8AC3E}">
        <p14:creationId xmlns:p14="http://schemas.microsoft.com/office/powerpoint/2010/main" val="15531994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2026-10-26T06:47:28.8380000Z</dcterms:created>
  <dcterms:modified xsi:type="dcterms:W3CDTF">2026-10-26T06:47:28.8390000Z</dcterms:modified>
</coreProperties>
</file>